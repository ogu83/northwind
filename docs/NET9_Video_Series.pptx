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Lst>
  <p:notesMasterIdLst>
    <p:notesMasterId r:id="rId92"/>
  </p:notesMasterIdLst>
  <p:sldIdLst>
    <p:sldId id="256" r:id="rId2"/>
    <p:sldId id="258" r:id="rId3"/>
    <p:sldId id="259" r:id="rId4"/>
    <p:sldId id="257" r:id="rId5"/>
    <p:sldId id="260" r:id="rId6"/>
    <p:sldId id="261" r:id="rId7"/>
    <p:sldId id="262" r:id="rId8"/>
    <p:sldId id="263" r:id="rId9"/>
    <p:sldId id="264" r:id="rId10"/>
    <p:sldId id="266" r:id="rId11"/>
    <p:sldId id="267" r:id="rId12"/>
    <p:sldId id="268" r:id="rId13"/>
    <p:sldId id="270" r:id="rId14"/>
    <p:sldId id="271" r:id="rId15"/>
    <p:sldId id="269" r:id="rId16"/>
    <p:sldId id="272" r:id="rId17"/>
    <p:sldId id="273" r:id="rId18"/>
    <p:sldId id="274" r:id="rId19"/>
    <p:sldId id="275" r:id="rId20"/>
    <p:sldId id="276" r:id="rId21"/>
    <p:sldId id="277" r:id="rId22"/>
    <p:sldId id="278" r:id="rId23"/>
    <p:sldId id="281" r:id="rId24"/>
    <p:sldId id="279"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6" r:id="rId49"/>
    <p:sldId id="307" r:id="rId50"/>
    <p:sldId id="305"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71547" autoAdjust="0"/>
  </p:normalViewPr>
  <p:slideViewPr>
    <p:cSldViewPr snapToGrid="0">
      <p:cViewPr varScale="1">
        <p:scale>
          <a:sx n="95" d="100"/>
          <a:sy n="95" d="100"/>
        </p:scale>
        <p:origin x="198"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7.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 Id="rId14" Type="http://schemas.openxmlformats.org/officeDocument/2006/relationships/image" Target="../media/image41.svg"/></Relationships>
</file>

<file path=ppt/diagrams/_rels/data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7.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 Id="rId14" Type="http://schemas.openxmlformats.org/officeDocument/2006/relationships/image" Target="../media/image4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1CD303-01CB-4829-ACFE-8BE5143CE56C}"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A69A222-6AED-4B19-A01F-A65CCADFBD23}">
      <dgm:prSet/>
      <dgm:spPr/>
      <dgm:t>
        <a:bodyPr/>
        <a:lstStyle/>
        <a:p>
          <a:pPr>
            <a:defRPr cap="all"/>
          </a:pPr>
          <a:r>
            <a:rPr lang="tr-TR" dirty="0"/>
            <a:t>Why?</a:t>
          </a:r>
          <a:endParaRPr lang="en-US" dirty="0"/>
        </a:p>
      </dgm:t>
    </dgm:pt>
    <dgm:pt modelId="{C7C218BF-B4B0-471D-8B60-54B98BC58C21}" type="parTrans" cxnId="{5CE996AC-DA04-4B68-ACBA-ADDC9DF2DDAD}">
      <dgm:prSet/>
      <dgm:spPr/>
      <dgm:t>
        <a:bodyPr/>
        <a:lstStyle/>
        <a:p>
          <a:endParaRPr lang="en-US"/>
        </a:p>
      </dgm:t>
    </dgm:pt>
    <dgm:pt modelId="{91625384-6998-4030-BB3A-5D1B1341CE83}" type="sibTrans" cxnId="{5CE996AC-DA04-4B68-ACBA-ADDC9DF2DDAD}">
      <dgm:prSet/>
      <dgm:spPr/>
      <dgm:t>
        <a:bodyPr/>
        <a:lstStyle/>
        <a:p>
          <a:endParaRPr lang="en-US"/>
        </a:p>
      </dgm:t>
    </dgm:pt>
    <dgm:pt modelId="{9BAEAB89-B044-4F93-8787-9E31B3420E91}">
      <dgm:prSet/>
      <dgm:spPr/>
      <dgm:t>
        <a:bodyPr/>
        <a:lstStyle/>
        <a:p>
          <a:pPr>
            <a:defRPr cap="all"/>
          </a:pPr>
          <a:r>
            <a:rPr lang="tr-TR"/>
            <a:t>When?</a:t>
          </a:r>
          <a:endParaRPr lang="en-US"/>
        </a:p>
      </dgm:t>
    </dgm:pt>
    <dgm:pt modelId="{C3477D75-7656-4B1B-B38C-99958C2C4453}" type="parTrans" cxnId="{F61EA52A-F1F7-4803-AAD1-7CF556BB648E}">
      <dgm:prSet/>
      <dgm:spPr/>
      <dgm:t>
        <a:bodyPr/>
        <a:lstStyle/>
        <a:p>
          <a:endParaRPr lang="en-US"/>
        </a:p>
      </dgm:t>
    </dgm:pt>
    <dgm:pt modelId="{AE26C226-44D3-4CEA-83F2-30D9F5FF46F7}" type="sibTrans" cxnId="{F61EA52A-F1F7-4803-AAD1-7CF556BB648E}">
      <dgm:prSet/>
      <dgm:spPr/>
      <dgm:t>
        <a:bodyPr/>
        <a:lstStyle/>
        <a:p>
          <a:endParaRPr lang="en-US"/>
        </a:p>
      </dgm:t>
    </dgm:pt>
    <dgm:pt modelId="{FF7CBB65-80C4-4055-972C-5A78866B923B}">
      <dgm:prSet/>
      <dgm:spPr/>
      <dgm:t>
        <a:bodyPr/>
        <a:lstStyle/>
        <a:p>
          <a:pPr>
            <a:defRPr cap="all"/>
          </a:pPr>
          <a:r>
            <a:rPr lang="tr-TR"/>
            <a:t>How?</a:t>
          </a:r>
          <a:endParaRPr lang="en-US"/>
        </a:p>
      </dgm:t>
    </dgm:pt>
    <dgm:pt modelId="{101A9E41-FCBF-4FAC-AEE7-5072A0DF0C64}" type="parTrans" cxnId="{F82E7FF7-B31E-4769-B60D-6660EB53DA64}">
      <dgm:prSet/>
      <dgm:spPr/>
      <dgm:t>
        <a:bodyPr/>
        <a:lstStyle/>
        <a:p>
          <a:endParaRPr lang="en-US"/>
        </a:p>
      </dgm:t>
    </dgm:pt>
    <dgm:pt modelId="{9070D529-9C14-401F-B133-A3E6453D9E71}" type="sibTrans" cxnId="{F82E7FF7-B31E-4769-B60D-6660EB53DA64}">
      <dgm:prSet/>
      <dgm:spPr/>
      <dgm:t>
        <a:bodyPr/>
        <a:lstStyle/>
        <a:p>
          <a:endParaRPr lang="en-US"/>
        </a:p>
      </dgm:t>
    </dgm:pt>
    <dgm:pt modelId="{2563519D-86E7-4E9F-87DB-13BE8E9F27B9}" type="pres">
      <dgm:prSet presAssocID="{C51CD303-01CB-4829-ACFE-8BE5143CE56C}" presName="root" presStyleCnt="0">
        <dgm:presLayoutVars>
          <dgm:dir/>
          <dgm:resizeHandles val="exact"/>
        </dgm:presLayoutVars>
      </dgm:prSet>
      <dgm:spPr/>
    </dgm:pt>
    <dgm:pt modelId="{79BC91DD-FE3C-4701-B583-AB30B6F994FC}" type="pres">
      <dgm:prSet presAssocID="{AA69A222-6AED-4B19-A01F-A65CCADFBD23}" presName="compNode" presStyleCnt="0"/>
      <dgm:spPr/>
    </dgm:pt>
    <dgm:pt modelId="{45FE8AA5-57C0-4DBA-A6DC-DA6C2EE96E49}" type="pres">
      <dgm:prSet presAssocID="{AA69A222-6AED-4B19-A01F-A65CCADFBD23}" presName="iconBgRect" presStyleLbl="bgShp" presStyleIdx="0" presStyleCnt="3"/>
      <dgm:spPr/>
    </dgm:pt>
    <dgm:pt modelId="{1A707B5D-D158-4219-862D-716C76DC037C}" type="pres">
      <dgm:prSet presAssocID="{AA69A222-6AED-4B19-A01F-A65CCADFBD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D6EFCC2E-B297-41F4-9980-950B9D01ED03}" type="pres">
      <dgm:prSet presAssocID="{AA69A222-6AED-4B19-A01F-A65CCADFBD23}" presName="spaceRect" presStyleCnt="0"/>
      <dgm:spPr/>
    </dgm:pt>
    <dgm:pt modelId="{171282D9-7390-4537-9AD6-39FB70E884F2}" type="pres">
      <dgm:prSet presAssocID="{AA69A222-6AED-4B19-A01F-A65CCADFBD23}" presName="textRect" presStyleLbl="revTx" presStyleIdx="0" presStyleCnt="3">
        <dgm:presLayoutVars>
          <dgm:chMax val="1"/>
          <dgm:chPref val="1"/>
        </dgm:presLayoutVars>
      </dgm:prSet>
      <dgm:spPr/>
    </dgm:pt>
    <dgm:pt modelId="{BF1595AB-4F59-489F-8ACB-39ABC8B95684}" type="pres">
      <dgm:prSet presAssocID="{91625384-6998-4030-BB3A-5D1B1341CE83}" presName="sibTrans" presStyleCnt="0"/>
      <dgm:spPr/>
    </dgm:pt>
    <dgm:pt modelId="{F1143AB9-F778-4C33-9DFE-36942A2E911B}" type="pres">
      <dgm:prSet presAssocID="{9BAEAB89-B044-4F93-8787-9E31B3420E91}" presName="compNode" presStyleCnt="0"/>
      <dgm:spPr/>
    </dgm:pt>
    <dgm:pt modelId="{A0A550DA-BAF5-47C1-9005-FB7DDBB7FFE2}" type="pres">
      <dgm:prSet presAssocID="{9BAEAB89-B044-4F93-8787-9E31B3420E91}" presName="iconBgRect" presStyleLbl="bgShp" presStyleIdx="1" presStyleCnt="3"/>
      <dgm:spPr/>
    </dgm:pt>
    <dgm:pt modelId="{C7674B44-96F1-4CA7-BE10-C83217ED3071}" type="pres">
      <dgm:prSet presAssocID="{9BAEAB89-B044-4F93-8787-9E31B3420E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edit card"/>
        </a:ext>
      </dgm:extLst>
    </dgm:pt>
    <dgm:pt modelId="{83C57B7D-A96F-4D00-9C47-6BA77C54B7AC}" type="pres">
      <dgm:prSet presAssocID="{9BAEAB89-B044-4F93-8787-9E31B3420E91}" presName="spaceRect" presStyleCnt="0"/>
      <dgm:spPr/>
    </dgm:pt>
    <dgm:pt modelId="{FF1FEA73-2F12-44AE-922C-0716B8E44C66}" type="pres">
      <dgm:prSet presAssocID="{9BAEAB89-B044-4F93-8787-9E31B3420E91}" presName="textRect" presStyleLbl="revTx" presStyleIdx="1" presStyleCnt="3">
        <dgm:presLayoutVars>
          <dgm:chMax val="1"/>
          <dgm:chPref val="1"/>
        </dgm:presLayoutVars>
      </dgm:prSet>
      <dgm:spPr/>
    </dgm:pt>
    <dgm:pt modelId="{7354499F-993C-4DA1-AC5D-B993F2AF6270}" type="pres">
      <dgm:prSet presAssocID="{AE26C226-44D3-4CEA-83F2-30D9F5FF46F7}" presName="sibTrans" presStyleCnt="0"/>
      <dgm:spPr/>
    </dgm:pt>
    <dgm:pt modelId="{A397A82B-CC43-4838-995B-F25900C2DB61}" type="pres">
      <dgm:prSet presAssocID="{FF7CBB65-80C4-4055-972C-5A78866B923B}" presName="compNode" presStyleCnt="0"/>
      <dgm:spPr/>
    </dgm:pt>
    <dgm:pt modelId="{8D9FF163-8112-4A23-9F93-2976A6F55F07}" type="pres">
      <dgm:prSet presAssocID="{FF7CBB65-80C4-4055-972C-5A78866B923B}" presName="iconBgRect" presStyleLbl="bgShp" presStyleIdx="2" presStyleCnt="3"/>
      <dgm:spPr/>
    </dgm:pt>
    <dgm:pt modelId="{135581CB-04E8-44DB-9BD4-63AB8619156B}" type="pres">
      <dgm:prSet presAssocID="{FF7CBB65-80C4-4055-972C-5A78866B923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gister"/>
        </a:ext>
      </dgm:extLst>
    </dgm:pt>
    <dgm:pt modelId="{C31EF6C4-DD91-444F-AA32-37727049D294}" type="pres">
      <dgm:prSet presAssocID="{FF7CBB65-80C4-4055-972C-5A78866B923B}" presName="spaceRect" presStyleCnt="0"/>
      <dgm:spPr/>
    </dgm:pt>
    <dgm:pt modelId="{3D30118C-BF19-464D-843A-7805287F4CCC}" type="pres">
      <dgm:prSet presAssocID="{FF7CBB65-80C4-4055-972C-5A78866B923B}" presName="textRect" presStyleLbl="revTx" presStyleIdx="2" presStyleCnt="3">
        <dgm:presLayoutVars>
          <dgm:chMax val="1"/>
          <dgm:chPref val="1"/>
        </dgm:presLayoutVars>
      </dgm:prSet>
      <dgm:spPr/>
    </dgm:pt>
  </dgm:ptLst>
  <dgm:cxnLst>
    <dgm:cxn modelId="{F61EA52A-F1F7-4803-AAD1-7CF556BB648E}" srcId="{C51CD303-01CB-4829-ACFE-8BE5143CE56C}" destId="{9BAEAB89-B044-4F93-8787-9E31B3420E91}" srcOrd="1" destOrd="0" parTransId="{C3477D75-7656-4B1B-B38C-99958C2C4453}" sibTransId="{AE26C226-44D3-4CEA-83F2-30D9F5FF46F7}"/>
    <dgm:cxn modelId="{1FB9692D-19AC-4C9F-9A6B-144CB0760A2F}" type="presOf" srcId="{AA69A222-6AED-4B19-A01F-A65CCADFBD23}" destId="{171282D9-7390-4537-9AD6-39FB70E884F2}" srcOrd="0" destOrd="0" presId="urn:microsoft.com/office/officeart/2018/5/layout/IconCircleLabelList"/>
    <dgm:cxn modelId="{34BC076E-BBAB-4582-9049-7F723316EB87}" type="presOf" srcId="{9BAEAB89-B044-4F93-8787-9E31B3420E91}" destId="{FF1FEA73-2F12-44AE-922C-0716B8E44C66}" srcOrd="0" destOrd="0" presId="urn:microsoft.com/office/officeart/2018/5/layout/IconCircleLabelList"/>
    <dgm:cxn modelId="{6D9E0D9D-DD54-4D77-9905-6FD81ED20AAB}" type="presOf" srcId="{FF7CBB65-80C4-4055-972C-5A78866B923B}" destId="{3D30118C-BF19-464D-843A-7805287F4CCC}" srcOrd="0" destOrd="0" presId="urn:microsoft.com/office/officeart/2018/5/layout/IconCircleLabelList"/>
    <dgm:cxn modelId="{5CE996AC-DA04-4B68-ACBA-ADDC9DF2DDAD}" srcId="{C51CD303-01CB-4829-ACFE-8BE5143CE56C}" destId="{AA69A222-6AED-4B19-A01F-A65CCADFBD23}" srcOrd="0" destOrd="0" parTransId="{C7C218BF-B4B0-471D-8B60-54B98BC58C21}" sibTransId="{91625384-6998-4030-BB3A-5D1B1341CE83}"/>
    <dgm:cxn modelId="{82A746C9-6A0F-48C2-822B-5F6987017A8B}" type="presOf" srcId="{C51CD303-01CB-4829-ACFE-8BE5143CE56C}" destId="{2563519D-86E7-4E9F-87DB-13BE8E9F27B9}" srcOrd="0" destOrd="0" presId="urn:microsoft.com/office/officeart/2018/5/layout/IconCircleLabelList"/>
    <dgm:cxn modelId="{F82E7FF7-B31E-4769-B60D-6660EB53DA64}" srcId="{C51CD303-01CB-4829-ACFE-8BE5143CE56C}" destId="{FF7CBB65-80C4-4055-972C-5A78866B923B}" srcOrd="2" destOrd="0" parTransId="{101A9E41-FCBF-4FAC-AEE7-5072A0DF0C64}" sibTransId="{9070D529-9C14-401F-B133-A3E6453D9E71}"/>
    <dgm:cxn modelId="{ED2F19E6-BF5D-47F9-984B-8E9FC413FE5B}" type="presParOf" srcId="{2563519D-86E7-4E9F-87DB-13BE8E9F27B9}" destId="{79BC91DD-FE3C-4701-B583-AB30B6F994FC}" srcOrd="0" destOrd="0" presId="urn:microsoft.com/office/officeart/2018/5/layout/IconCircleLabelList"/>
    <dgm:cxn modelId="{C1544AC6-3ED0-4DB3-BF00-78332E14E8F6}" type="presParOf" srcId="{79BC91DD-FE3C-4701-B583-AB30B6F994FC}" destId="{45FE8AA5-57C0-4DBA-A6DC-DA6C2EE96E49}" srcOrd="0" destOrd="0" presId="urn:microsoft.com/office/officeart/2018/5/layout/IconCircleLabelList"/>
    <dgm:cxn modelId="{8AD7DDE5-5389-490C-B0C3-5C7A3CC66A88}" type="presParOf" srcId="{79BC91DD-FE3C-4701-B583-AB30B6F994FC}" destId="{1A707B5D-D158-4219-862D-716C76DC037C}" srcOrd="1" destOrd="0" presId="urn:microsoft.com/office/officeart/2018/5/layout/IconCircleLabelList"/>
    <dgm:cxn modelId="{3DC2C63D-A743-49DA-BCB9-926C38114675}" type="presParOf" srcId="{79BC91DD-FE3C-4701-B583-AB30B6F994FC}" destId="{D6EFCC2E-B297-41F4-9980-950B9D01ED03}" srcOrd="2" destOrd="0" presId="urn:microsoft.com/office/officeart/2018/5/layout/IconCircleLabelList"/>
    <dgm:cxn modelId="{B3D4E7A4-F990-45E4-AF45-D220AFC8F130}" type="presParOf" srcId="{79BC91DD-FE3C-4701-B583-AB30B6F994FC}" destId="{171282D9-7390-4537-9AD6-39FB70E884F2}" srcOrd="3" destOrd="0" presId="urn:microsoft.com/office/officeart/2018/5/layout/IconCircleLabelList"/>
    <dgm:cxn modelId="{52440332-E608-4E32-B3D9-A01B67AC106C}" type="presParOf" srcId="{2563519D-86E7-4E9F-87DB-13BE8E9F27B9}" destId="{BF1595AB-4F59-489F-8ACB-39ABC8B95684}" srcOrd="1" destOrd="0" presId="urn:microsoft.com/office/officeart/2018/5/layout/IconCircleLabelList"/>
    <dgm:cxn modelId="{4CD123BD-4A74-475E-904B-967F666E791F}" type="presParOf" srcId="{2563519D-86E7-4E9F-87DB-13BE8E9F27B9}" destId="{F1143AB9-F778-4C33-9DFE-36942A2E911B}" srcOrd="2" destOrd="0" presId="urn:microsoft.com/office/officeart/2018/5/layout/IconCircleLabelList"/>
    <dgm:cxn modelId="{85294AA2-91F5-4D33-A7D8-E8083720E50B}" type="presParOf" srcId="{F1143AB9-F778-4C33-9DFE-36942A2E911B}" destId="{A0A550DA-BAF5-47C1-9005-FB7DDBB7FFE2}" srcOrd="0" destOrd="0" presId="urn:microsoft.com/office/officeart/2018/5/layout/IconCircleLabelList"/>
    <dgm:cxn modelId="{D92855CF-4D0F-4E4E-B0AA-D023612BDFF2}" type="presParOf" srcId="{F1143AB9-F778-4C33-9DFE-36942A2E911B}" destId="{C7674B44-96F1-4CA7-BE10-C83217ED3071}" srcOrd="1" destOrd="0" presId="urn:microsoft.com/office/officeart/2018/5/layout/IconCircleLabelList"/>
    <dgm:cxn modelId="{0D67143D-32A1-4DFB-B50B-D09215D789F3}" type="presParOf" srcId="{F1143AB9-F778-4C33-9DFE-36942A2E911B}" destId="{83C57B7D-A96F-4D00-9C47-6BA77C54B7AC}" srcOrd="2" destOrd="0" presId="urn:microsoft.com/office/officeart/2018/5/layout/IconCircleLabelList"/>
    <dgm:cxn modelId="{A4FC1745-0174-4819-8944-AC32306898AD}" type="presParOf" srcId="{F1143AB9-F778-4C33-9DFE-36942A2E911B}" destId="{FF1FEA73-2F12-44AE-922C-0716B8E44C66}" srcOrd="3" destOrd="0" presId="urn:microsoft.com/office/officeart/2018/5/layout/IconCircleLabelList"/>
    <dgm:cxn modelId="{393F082A-DCB2-4A25-894F-AF388A8B5050}" type="presParOf" srcId="{2563519D-86E7-4E9F-87DB-13BE8E9F27B9}" destId="{7354499F-993C-4DA1-AC5D-B993F2AF6270}" srcOrd="3" destOrd="0" presId="urn:microsoft.com/office/officeart/2018/5/layout/IconCircleLabelList"/>
    <dgm:cxn modelId="{6D3547B1-9A04-40E6-9D2F-BCBBE47ACE54}" type="presParOf" srcId="{2563519D-86E7-4E9F-87DB-13BE8E9F27B9}" destId="{A397A82B-CC43-4838-995B-F25900C2DB61}" srcOrd="4" destOrd="0" presId="urn:microsoft.com/office/officeart/2018/5/layout/IconCircleLabelList"/>
    <dgm:cxn modelId="{3C87EB40-6B12-4484-9F7A-2F24B95B20E7}" type="presParOf" srcId="{A397A82B-CC43-4838-995B-F25900C2DB61}" destId="{8D9FF163-8112-4A23-9F93-2976A6F55F07}" srcOrd="0" destOrd="0" presId="urn:microsoft.com/office/officeart/2018/5/layout/IconCircleLabelList"/>
    <dgm:cxn modelId="{5DD3604E-7120-461B-A588-F99BF426E137}" type="presParOf" srcId="{A397A82B-CC43-4838-995B-F25900C2DB61}" destId="{135581CB-04E8-44DB-9BD4-63AB8619156B}" srcOrd="1" destOrd="0" presId="urn:microsoft.com/office/officeart/2018/5/layout/IconCircleLabelList"/>
    <dgm:cxn modelId="{4BC49263-0577-495B-9763-149DD9531221}" type="presParOf" srcId="{A397A82B-CC43-4838-995B-F25900C2DB61}" destId="{C31EF6C4-DD91-444F-AA32-37727049D294}" srcOrd="2" destOrd="0" presId="urn:microsoft.com/office/officeart/2018/5/layout/IconCircleLabelList"/>
    <dgm:cxn modelId="{3B16A610-5BAB-4A06-91CC-86C470E86948}" type="presParOf" srcId="{A397A82B-CC43-4838-995B-F25900C2DB61}" destId="{3D30118C-BF19-464D-843A-7805287F4CCC}"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D36019-3E80-4F16-8474-7DE4EF83888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921348A-B01B-4624-9195-663FB8D82084}">
      <dgm:prSet/>
      <dgm:spPr/>
      <dgm:t>
        <a:bodyPr/>
        <a:lstStyle/>
        <a:p>
          <a:r>
            <a:rPr lang="en-US" dirty="0"/>
            <a:t>Migrating to .NET 9.0 ensures better performance, enhanced security, and long-term support. It also allows your application to take advantage of modern cloud architectures, faster execution times, and reduced technical debt. </a:t>
          </a:r>
        </a:p>
      </dgm:t>
    </dgm:pt>
    <dgm:pt modelId="{CE3F57AF-A029-4FCD-A3CD-286E80471DAA}" type="parTrans" cxnId="{F1835FFC-3B8C-40DD-AAFF-3DC84CD1505A}">
      <dgm:prSet/>
      <dgm:spPr/>
      <dgm:t>
        <a:bodyPr/>
        <a:lstStyle/>
        <a:p>
          <a:endParaRPr lang="en-US"/>
        </a:p>
      </dgm:t>
    </dgm:pt>
    <dgm:pt modelId="{056CF4B4-C665-4BDA-9EDA-73B090672BCE}" type="sibTrans" cxnId="{F1835FFC-3B8C-40DD-AAFF-3DC84CD1505A}">
      <dgm:prSet/>
      <dgm:spPr/>
      <dgm:t>
        <a:bodyPr/>
        <a:lstStyle/>
        <a:p>
          <a:endParaRPr lang="en-US"/>
        </a:p>
      </dgm:t>
    </dgm:pt>
    <dgm:pt modelId="{75CF1C2C-F4EC-4916-9D4F-BAE4CD19278C}">
      <dgm:prSet/>
      <dgm:spPr/>
      <dgm:t>
        <a:bodyPr/>
        <a:lstStyle/>
        <a:p>
          <a:r>
            <a:rPr lang="en-US"/>
            <a:t>NET 9.0 introduces Profile-Guided Optimizations (PGO), improved garbage collection, and faster execution. I optimize performance bottlenecks, refactor outdated code, and enhance database queries to make your application significantly faster.</a:t>
          </a:r>
        </a:p>
      </dgm:t>
    </dgm:pt>
    <dgm:pt modelId="{661D9A8B-F9B3-4C15-A834-43028212DE58}" type="parTrans" cxnId="{EEF04E1A-8106-4AC5-828E-E224B0411533}">
      <dgm:prSet/>
      <dgm:spPr/>
      <dgm:t>
        <a:bodyPr/>
        <a:lstStyle/>
        <a:p>
          <a:endParaRPr lang="en-US"/>
        </a:p>
      </dgm:t>
    </dgm:pt>
    <dgm:pt modelId="{D012F324-A9BF-432A-A7E0-B82A63B43849}" type="sibTrans" cxnId="{EEF04E1A-8106-4AC5-828E-E224B0411533}">
      <dgm:prSet/>
      <dgm:spPr/>
      <dgm:t>
        <a:bodyPr/>
        <a:lstStyle/>
        <a:p>
          <a:endParaRPr lang="en-US"/>
        </a:p>
      </dgm:t>
    </dgm:pt>
    <dgm:pt modelId="{0E440CB3-6EAF-4804-8AAE-B6AC598F2110}">
      <dgm:prSet/>
      <dgm:spPr/>
      <dgm:t>
        <a:bodyPr/>
        <a:lstStyle/>
        <a:p>
          <a:r>
            <a:rPr lang="en-US"/>
            <a:t>The migration process is designed to be smooth and structured. I use a phased approach to identify and replace deprecated components while maintaining your business logic.</a:t>
          </a:r>
        </a:p>
      </dgm:t>
    </dgm:pt>
    <dgm:pt modelId="{EBBBD5B8-0D41-4CF9-A200-344C1A5AB0B9}" type="parTrans" cxnId="{1E4F7C04-E313-4A77-83CA-EE3BC9F3FD38}">
      <dgm:prSet/>
      <dgm:spPr/>
      <dgm:t>
        <a:bodyPr/>
        <a:lstStyle/>
        <a:p>
          <a:endParaRPr lang="en-US"/>
        </a:p>
      </dgm:t>
    </dgm:pt>
    <dgm:pt modelId="{E3A14920-F7DB-477B-9DBE-92C805C1E622}" type="sibTrans" cxnId="{1E4F7C04-E313-4A77-83CA-EE3BC9F3FD38}">
      <dgm:prSet/>
      <dgm:spPr/>
      <dgm:t>
        <a:bodyPr/>
        <a:lstStyle/>
        <a:p>
          <a:endParaRPr lang="en-US"/>
        </a:p>
      </dgm:t>
    </dgm:pt>
    <dgm:pt modelId="{8C7BC357-8978-4AF3-9F77-60FFEF7A0C23}" type="pres">
      <dgm:prSet presAssocID="{4ED36019-3E80-4F16-8474-7DE4EF838884}" presName="vert0" presStyleCnt="0">
        <dgm:presLayoutVars>
          <dgm:dir/>
          <dgm:animOne val="branch"/>
          <dgm:animLvl val="lvl"/>
        </dgm:presLayoutVars>
      </dgm:prSet>
      <dgm:spPr/>
    </dgm:pt>
    <dgm:pt modelId="{22420EE2-7DC9-4445-A427-CEF0C17079FD}" type="pres">
      <dgm:prSet presAssocID="{A921348A-B01B-4624-9195-663FB8D82084}" presName="thickLine" presStyleLbl="alignNode1" presStyleIdx="0" presStyleCnt="3"/>
      <dgm:spPr/>
    </dgm:pt>
    <dgm:pt modelId="{603387F1-2FA5-41BB-BC6F-278CC7819393}" type="pres">
      <dgm:prSet presAssocID="{A921348A-B01B-4624-9195-663FB8D82084}" presName="horz1" presStyleCnt="0"/>
      <dgm:spPr/>
    </dgm:pt>
    <dgm:pt modelId="{6E8458F6-1586-4EDC-9A5C-ABE3F5FCF2E0}" type="pres">
      <dgm:prSet presAssocID="{A921348A-B01B-4624-9195-663FB8D82084}" presName="tx1" presStyleLbl="revTx" presStyleIdx="0" presStyleCnt="3"/>
      <dgm:spPr/>
    </dgm:pt>
    <dgm:pt modelId="{DEE3005C-52C1-4617-9326-D245AC5611AC}" type="pres">
      <dgm:prSet presAssocID="{A921348A-B01B-4624-9195-663FB8D82084}" presName="vert1" presStyleCnt="0"/>
      <dgm:spPr/>
    </dgm:pt>
    <dgm:pt modelId="{1B96929A-D47E-4D5A-BCA8-ADFF6185CFC9}" type="pres">
      <dgm:prSet presAssocID="{75CF1C2C-F4EC-4916-9D4F-BAE4CD19278C}" presName="thickLine" presStyleLbl="alignNode1" presStyleIdx="1" presStyleCnt="3"/>
      <dgm:spPr/>
    </dgm:pt>
    <dgm:pt modelId="{3DA9B5F5-9F73-4D9B-B794-9EBF7E365A1D}" type="pres">
      <dgm:prSet presAssocID="{75CF1C2C-F4EC-4916-9D4F-BAE4CD19278C}" presName="horz1" presStyleCnt="0"/>
      <dgm:spPr/>
    </dgm:pt>
    <dgm:pt modelId="{5308BD9E-F934-4342-99ED-097BAA7A4D29}" type="pres">
      <dgm:prSet presAssocID="{75CF1C2C-F4EC-4916-9D4F-BAE4CD19278C}" presName="tx1" presStyleLbl="revTx" presStyleIdx="1" presStyleCnt="3"/>
      <dgm:spPr/>
    </dgm:pt>
    <dgm:pt modelId="{3110BC6C-3F73-48A5-A37A-CA2417542148}" type="pres">
      <dgm:prSet presAssocID="{75CF1C2C-F4EC-4916-9D4F-BAE4CD19278C}" presName="vert1" presStyleCnt="0"/>
      <dgm:spPr/>
    </dgm:pt>
    <dgm:pt modelId="{1DA3547F-B9C9-40DB-A9D5-C30D7AD7E0EC}" type="pres">
      <dgm:prSet presAssocID="{0E440CB3-6EAF-4804-8AAE-B6AC598F2110}" presName="thickLine" presStyleLbl="alignNode1" presStyleIdx="2" presStyleCnt="3"/>
      <dgm:spPr/>
    </dgm:pt>
    <dgm:pt modelId="{39841303-26CF-4EAC-9A3E-E1444BD544D9}" type="pres">
      <dgm:prSet presAssocID="{0E440CB3-6EAF-4804-8AAE-B6AC598F2110}" presName="horz1" presStyleCnt="0"/>
      <dgm:spPr/>
    </dgm:pt>
    <dgm:pt modelId="{ED356EBF-68CF-44A9-B6CB-87D3ED8ECE09}" type="pres">
      <dgm:prSet presAssocID="{0E440CB3-6EAF-4804-8AAE-B6AC598F2110}" presName="tx1" presStyleLbl="revTx" presStyleIdx="2" presStyleCnt="3"/>
      <dgm:spPr/>
    </dgm:pt>
    <dgm:pt modelId="{43E56545-4AAF-42DB-8D0B-11B1C9F51FA8}" type="pres">
      <dgm:prSet presAssocID="{0E440CB3-6EAF-4804-8AAE-B6AC598F2110}" presName="vert1" presStyleCnt="0"/>
      <dgm:spPr/>
    </dgm:pt>
  </dgm:ptLst>
  <dgm:cxnLst>
    <dgm:cxn modelId="{1E4F7C04-E313-4A77-83CA-EE3BC9F3FD38}" srcId="{4ED36019-3E80-4F16-8474-7DE4EF838884}" destId="{0E440CB3-6EAF-4804-8AAE-B6AC598F2110}" srcOrd="2" destOrd="0" parTransId="{EBBBD5B8-0D41-4CF9-A200-344C1A5AB0B9}" sibTransId="{E3A14920-F7DB-477B-9DBE-92C805C1E622}"/>
    <dgm:cxn modelId="{DF0F1719-82B5-4636-9274-A7D4BABEDED7}" type="presOf" srcId="{0E440CB3-6EAF-4804-8AAE-B6AC598F2110}" destId="{ED356EBF-68CF-44A9-B6CB-87D3ED8ECE09}" srcOrd="0" destOrd="0" presId="urn:microsoft.com/office/officeart/2008/layout/LinedList"/>
    <dgm:cxn modelId="{EEF04E1A-8106-4AC5-828E-E224B0411533}" srcId="{4ED36019-3E80-4F16-8474-7DE4EF838884}" destId="{75CF1C2C-F4EC-4916-9D4F-BAE4CD19278C}" srcOrd="1" destOrd="0" parTransId="{661D9A8B-F9B3-4C15-A834-43028212DE58}" sibTransId="{D012F324-A9BF-432A-A7E0-B82A63B43849}"/>
    <dgm:cxn modelId="{877C7E1C-DA9F-40E0-B8DF-5FD4673AAFBF}" type="presOf" srcId="{75CF1C2C-F4EC-4916-9D4F-BAE4CD19278C}" destId="{5308BD9E-F934-4342-99ED-097BAA7A4D29}" srcOrd="0" destOrd="0" presId="urn:microsoft.com/office/officeart/2008/layout/LinedList"/>
    <dgm:cxn modelId="{F721A186-B5A0-4388-B1BE-A5667457F92A}" type="presOf" srcId="{4ED36019-3E80-4F16-8474-7DE4EF838884}" destId="{8C7BC357-8978-4AF3-9F77-60FFEF7A0C23}" srcOrd="0" destOrd="0" presId="urn:microsoft.com/office/officeart/2008/layout/LinedList"/>
    <dgm:cxn modelId="{5306FFEB-D88C-462A-83CD-F8AFC4AB16B9}" type="presOf" srcId="{A921348A-B01B-4624-9195-663FB8D82084}" destId="{6E8458F6-1586-4EDC-9A5C-ABE3F5FCF2E0}" srcOrd="0" destOrd="0" presId="urn:microsoft.com/office/officeart/2008/layout/LinedList"/>
    <dgm:cxn modelId="{F1835FFC-3B8C-40DD-AAFF-3DC84CD1505A}" srcId="{4ED36019-3E80-4F16-8474-7DE4EF838884}" destId="{A921348A-B01B-4624-9195-663FB8D82084}" srcOrd="0" destOrd="0" parTransId="{CE3F57AF-A029-4FCD-A3CD-286E80471DAA}" sibTransId="{056CF4B4-C665-4BDA-9EDA-73B090672BCE}"/>
    <dgm:cxn modelId="{03BAB9E4-AF32-4E9D-86E4-E0421C5BC47D}" type="presParOf" srcId="{8C7BC357-8978-4AF3-9F77-60FFEF7A0C23}" destId="{22420EE2-7DC9-4445-A427-CEF0C17079FD}" srcOrd="0" destOrd="0" presId="urn:microsoft.com/office/officeart/2008/layout/LinedList"/>
    <dgm:cxn modelId="{9E6BA1D7-E944-4761-816A-7FEEC987F6FA}" type="presParOf" srcId="{8C7BC357-8978-4AF3-9F77-60FFEF7A0C23}" destId="{603387F1-2FA5-41BB-BC6F-278CC7819393}" srcOrd="1" destOrd="0" presId="urn:microsoft.com/office/officeart/2008/layout/LinedList"/>
    <dgm:cxn modelId="{E2B98898-E498-4DA3-9B23-739640E353E3}" type="presParOf" srcId="{603387F1-2FA5-41BB-BC6F-278CC7819393}" destId="{6E8458F6-1586-4EDC-9A5C-ABE3F5FCF2E0}" srcOrd="0" destOrd="0" presId="urn:microsoft.com/office/officeart/2008/layout/LinedList"/>
    <dgm:cxn modelId="{34CABAC2-CB6A-4121-8789-839FCCEF4A9A}" type="presParOf" srcId="{603387F1-2FA5-41BB-BC6F-278CC7819393}" destId="{DEE3005C-52C1-4617-9326-D245AC5611AC}" srcOrd="1" destOrd="0" presId="urn:microsoft.com/office/officeart/2008/layout/LinedList"/>
    <dgm:cxn modelId="{80C5A536-6D89-4C3D-8E6E-DD540CBE082B}" type="presParOf" srcId="{8C7BC357-8978-4AF3-9F77-60FFEF7A0C23}" destId="{1B96929A-D47E-4D5A-BCA8-ADFF6185CFC9}" srcOrd="2" destOrd="0" presId="urn:microsoft.com/office/officeart/2008/layout/LinedList"/>
    <dgm:cxn modelId="{CA2D4508-2C0D-400D-A7C8-11BDB5C13916}" type="presParOf" srcId="{8C7BC357-8978-4AF3-9F77-60FFEF7A0C23}" destId="{3DA9B5F5-9F73-4D9B-B794-9EBF7E365A1D}" srcOrd="3" destOrd="0" presId="urn:microsoft.com/office/officeart/2008/layout/LinedList"/>
    <dgm:cxn modelId="{6B02E48B-9A58-43AD-91F2-87FD159CAA75}" type="presParOf" srcId="{3DA9B5F5-9F73-4D9B-B794-9EBF7E365A1D}" destId="{5308BD9E-F934-4342-99ED-097BAA7A4D29}" srcOrd="0" destOrd="0" presId="urn:microsoft.com/office/officeart/2008/layout/LinedList"/>
    <dgm:cxn modelId="{A5BDBCD2-C312-4701-8083-D35B4000A477}" type="presParOf" srcId="{3DA9B5F5-9F73-4D9B-B794-9EBF7E365A1D}" destId="{3110BC6C-3F73-48A5-A37A-CA2417542148}" srcOrd="1" destOrd="0" presId="urn:microsoft.com/office/officeart/2008/layout/LinedList"/>
    <dgm:cxn modelId="{280B93CE-B0DB-4E69-8145-CE4BB03A85ED}" type="presParOf" srcId="{8C7BC357-8978-4AF3-9F77-60FFEF7A0C23}" destId="{1DA3547F-B9C9-40DB-A9D5-C30D7AD7E0EC}" srcOrd="4" destOrd="0" presId="urn:microsoft.com/office/officeart/2008/layout/LinedList"/>
    <dgm:cxn modelId="{CFC8F043-ECA8-44F7-8145-3D106C11627A}" type="presParOf" srcId="{8C7BC357-8978-4AF3-9F77-60FFEF7A0C23}" destId="{39841303-26CF-4EAC-9A3E-E1444BD544D9}" srcOrd="5" destOrd="0" presId="urn:microsoft.com/office/officeart/2008/layout/LinedList"/>
    <dgm:cxn modelId="{FE06CFB7-5EEB-4AC1-B6F4-7D284513A68E}" type="presParOf" srcId="{39841303-26CF-4EAC-9A3E-E1444BD544D9}" destId="{ED356EBF-68CF-44A9-B6CB-87D3ED8ECE09}" srcOrd="0" destOrd="0" presId="urn:microsoft.com/office/officeart/2008/layout/LinedList"/>
    <dgm:cxn modelId="{D759F0B0-C54C-437D-B79A-3495DA257580}" type="presParOf" srcId="{39841303-26CF-4EAC-9A3E-E1444BD544D9}" destId="{43E56545-4AAF-42DB-8D0B-11B1C9F51FA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D36019-3E80-4F16-8474-7DE4EF83888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78C1C1B-6877-4AD0-B518-1236A955C199}">
      <dgm:prSet/>
      <dgm:spPr/>
      <dgm:t>
        <a:bodyPr/>
        <a:lstStyle/>
        <a:p>
          <a:r>
            <a:rPr lang="tr-TR" dirty="0"/>
            <a:t>If you are in a situation similar that I mentioned.</a:t>
          </a:r>
          <a:endParaRPr lang="en-US" dirty="0"/>
        </a:p>
      </dgm:t>
    </dgm:pt>
    <dgm:pt modelId="{3DAD0CC4-57EF-4521-BE20-35EB37D6C582}" type="parTrans" cxnId="{59F94307-9DE9-4F06-A062-913B7DFA361F}">
      <dgm:prSet/>
      <dgm:spPr/>
      <dgm:t>
        <a:bodyPr/>
        <a:lstStyle/>
        <a:p>
          <a:endParaRPr lang="en-US"/>
        </a:p>
      </dgm:t>
    </dgm:pt>
    <dgm:pt modelId="{56A8588B-B37B-4A3E-8195-D5884E1B9CA0}" type="sibTrans" cxnId="{59F94307-9DE9-4F06-A062-913B7DFA361F}">
      <dgm:prSet/>
      <dgm:spPr/>
      <dgm:t>
        <a:bodyPr/>
        <a:lstStyle/>
        <a:p>
          <a:endParaRPr lang="en-US"/>
        </a:p>
      </dgm:t>
    </dgm:pt>
    <dgm:pt modelId="{A92CB4A7-BE52-4F0A-AC14-91D1CDB077DD}">
      <dgm:prSet/>
      <dgm:spPr/>
      <dgm:t>
        <a:bodyPr/>
        <a:lstStyle/>
        <a:p>
          <a:r>
            <a:rPr lang="tr-TR" dirty="0"/>
            <a:t>S</a:t>
          </a:r>
          <a:r>
            <a:rPr lang="en-US" dirty="0" err="1"/>
            <a:t>truggling</a:t>
          </a:r>
          <a:r>
            <a:rPr lang="en-US" dirty="0"/>
            <a:t> with an outdated .NET application that limits performance, scalability, and security?</a:t>
          </a:r>
        </a:p>
      </dgm:t>
    </dgm:pt>
    <dgm:pt modelId="{DAEDAB3D-49AC-4403-9920-747D35654210}" type="parTrans" cxnId="{FB3D32EF-372D-4FAA-93AA-6AD31DEFFA5C}">
      <dgm:prSet/>
      <dgm:spPr/>
      <dgm:t>
        <a:bodyPr/>
        <a:lstStyle/>
        <a:p>
          <a:endParaRPr lang="en-US"/>
        </a:p>
      </dgm:t>
    </dgm:pt>
    <dgm:pt modelId="{7B3BBE7A-1967-4FD0-A5F7-591B40062A18}" type="sibTrans" cxnId="{FB3D32EF-372D-4FAA-93AA-6AD31DEFFA5C}">
      <dgm:prSet/>
      <dgm:spPr/>
      <dgm:t>
        <a:bodyPr/>
        <a:lstStyle/>
        <a:p>
          <a:endParaRPr lang="en-US"/>
        </a:p>
      </dgm:t>
    </dgm:pt>
    <dgm:pt modelId="{C999115A-DC27-42DA-BC7D-C260C844A525}">
      <dgm:prSet/>
      <dgm:spPr/>
      <dgm:t>
        <a:bodyPr/>
        <a:lstStyle/>
        <a:p>
          <a:r>
            <a:rPr lang="tr-TR" dirty="0"/>
            <a:t>Customers are waiting for new release within new features and solutions to the existing bugs inside.</a:t>
          </a:r>
          <a:endParaRPr lang="en-US" dirty="0"/>
        </a:p>
      </dgm:t>
    </dgm:pt>
    <dgm:pt modelId="{E2C2BD97-61FA-4F41-91B8-DCFCD01E161D}" type="parTrans" cxnId="{ADB09C86-35DD-4D94-B962-95ED825BF812}">
      <dgm:prSet/>
      <dgm:spPr/>
      <dgm:t>
        <a:bodyPr/>
        <a:lstStyle/>
        <a:p>
          <a:endParaRPr lang="en-US"/>
        </a:p>
      </dgm:t>
    </dgm:pt>
    <dgm:pt modelId="{91463A0C-5209-47FE-8DA1-7D06C882CD29}" type="sibTrans" cxnId="{ADB09C86-35DD-4D94-B962-95ED825BF812}">
      <dgm:prSet/>
      <dgm:spPr/>
      <dgm:t>
        <a:bodyPr/>
        <a:lstStyle/>
        <a:p>
          <a:endParaRPr lang="en-US"/>
        </a:p>
      </dgm:t>
    </dgm:pt>
    <dgm:pt modelId="{96FD39BF-FDE8-4B25-90AE-0E804DC178EB}">
      <dgm:prSet/>
      <dgm:spPr/>
      <dgm:t>
        <a:bodyPr/>
        <a:lstStyle/>
        <a:p>
          <a:r>
            <a:rPr lang="tr-TR" dirty="0"/>
            <a:t>The financialy maintain cost exceeds the modernization costs.</a:t>
          </a:r>
          <a:endParaRPr lang="en-US" dirty="0"/>
        </a:p>
      </dgm:t>
    </dgm:pt>
    <dgm:pt modelId="{8BC32D38-0C75-4A7F-80E1-9F5A55D8D869}" type="parTrans" cxnId="{57F902E3-BE71-41C1-BCB6-7C3050384F97}">
      <dgm:prSet/>
      <dgm:spPr/>
      <dgm:t>
        <a:bodyPr/>
        <a:lstStyle/>
        <a:p>
          <a:endParaRPr lang="en-US"/>
        </a:p>
      </dgm:t>
    </dgm:pt>
    <dgm:pt modelId="{38499B0E-A7D1-4CD7-BE6E-5B5B5E8AC8BF}" type="sibTrans" cxnId="{57F902E3-BE71-41C1-BCB6-7C3050384F97}">
      <dgm:prSet/>
      <dgm:spPr/>
      <dgm:t>
        <a:bodyPr/>
        <a:lstStyle/>
        <a:p>
          <a:endParaRPr lang="en-US"/>
        </a:p>
      </dgm:t>
    </dgm:pt>
    <dgm:pt modelId="{682DA41B-FB58-4D17-BF1F-D3A50D894BCD}">
      <dgm:prSet/>
      <dgm:spPr/>
      <dgm:t>
        <a:bodyPr/>
        <a:lstStyle/>
        <a:p>
          <a:r>
            <a:rPr lang="tr-TR" dirty="0"/>
            <a:t>IT IS TIME TO MOVE ON TO .NET9 NOW.</a:t>
          </a:r>
          <a:endParaRPr lang="en-US" dirty="0"/>
        </a:p>
      </dgm:t>
    </dgm:pt>
    <dgm:pt modelId="{7788F941-7497-4A61-AEBB-D2D512DC3EEE}" type="parTrans" cxnId="{0150D5C1-A707-468F-8251-89E7B3F73D5C}">
      <dgm:prSet/>
      <dgm:spPr/>
      <dgm:t>
        <a:bodyPr/>
        <a:lstStyle/>
        <a:p>
          <a:endParaRPr lang="en-US"/>
        </a:p>
      </dgm:t>
    </dgm:pt>
    <dgm:pt modelId="{28021DF9-5EA1-4D89-8421-5A8BE835244C}" type="sibTrans" cxnId="{0150D5C1-A707-468F-8251-89E7B3F73D5C}">
      <dgm:prSet/>
      <dgm:spPr/>
      <dgm:t>
        <a:bodyPr/>
        <a:lstStyle/>
        <a:p>
          <a:endParaRPr lang="en-US"/>
        </a:p>
      </dgm:t>
    </dgm:pt>
    <dgm:pt modelId="{8C7BC357-8978-4AF3-9F77-60FFEF7A0C23}" type="pres">
      <dgm:prSet presAssocID="{4ED36019-3E80-4F16-8474-7DE4EF838884}" presName="vert0" presStyleCnt="0">
        <dgm:presLayoutVars>
          <dgm:dir/>
          <dgm:animOne val="branch"/>
          <dgm:animLvl val="lvl"/>
        </dgm:presLayoutVars>
      </dgm:prSet>
      <dgm:spPr/>
    </dgm:pt>
    <dgm:pt modelId="{221B980A-D16B-495A-8371-D5E1EFA12C42}" type="pres">
      <dgm:prSet presAssocID="{178C1C1B-6877-4AD0-B518-1236A955C199}" presName="thickLine" presStyleLbl="alignNode1" presStyleIdx="0" presStyleCnt="5"/>
      <dgm:spPr/>
    </dgm:pt>
    <dgm:pt modelId="{AD991AC6-3EFC-458E-AB24-CF7F1FC2704C}" type="pres">
      <dgm:prSet presAssocID="{178C1C1B-6877-4AD0-B518-1236A955C199}" presName="horz1" presStyleCnt="0"/>
      <dgm:spPr/>
    </dgm:pt>
    <dgm:pt modelId="{049E2C5B-879E-4A59-ADBD-4F6EB0802278}" type="pres">
      <dgm:prSet presAssocID="{178C1C1B-6877-4AD0-B518-1236A955C199}" presName="tx1" presStyleLbl="revTx" presStyleIdx="0" presStyleCnt="5"/>
      <dgm:spPr/>
    </dgm:pt>
    <dgm:pt modelId="{7CFD7A82-CD07-4835-85ED-79FC33035AD5}" type="pres">
      <dgm:prSet presAssocID="{178C1C1B-6877-4AD0-B518-1236A955C199}" presName="vert1" presStyleCnt="0"/>
      <dgm:spPr/>
    </dgm:pt>
    <dgm:pt modelId="{347B3978-76C5-40DF-AEF8-93F6422757EA}" type="pres">
      <dgm:prSet presAssocID="{A92CB4A7-BE52-4F0A-AC14-91D1CDB077DD}" presName="thickLine" presStyleLbl="alignNode1" presStyleIdx="1" presStyleCnt="5"/>
      <dgm:spPr/>
    </dgm:pt>
    <dgm:pt modelId="{5071402A-2D2C-410D-A0CA-E8DEEEB74FBD}" type="pres">
      <dgm:prSet presAssocID="{A92CB4A7-BE52-4F0A-AC14-91D1CDB077DD}" presName="horz1" presStyleCnt="0"/>
      <dgm:spPr/>
    </dgm:pt>
    <dgm:pt modelId="{B448E3CA-E69B-42A0-814D-631DE15AE6A8}" type="pres">
      <dgm:prSet presAssocID="{A92CB4A7-BE52-4F0A-AC14-91D1CDB077DD}" presName="tx1" presStyleLbl="revTx" presStyleIdx="1" presStyleCnt="5"/>
      <dgm:spPr/>
    </dgm:pt>
    <dgm:pt modelId="{122F0A05-4F55-40D6-B97D-D7C176D31A67}" type="pres">
      <dgm:prSet presAssocID="{A92CB4A7-BE52-4F0A-AC14-91D1CDB077DD}" presName="vert1" presStyleCnt="0"/>
      <dgm:spPr/>
    </dgm:pt>
    <dgm:pt modelId="{76CC421C-6811-4F55-9C2E-0723DE57DD4C}" type="pres">
      <dgm:prSet presAssocID="{C999115A-DC27-42DA-BC7D-C260C844A525}" presName="thickLine" presStyleLbl="alignNode1" presStyleIdx="2" presStyleCnt="5"/>
      <dgm:spPr/>
    </dgm:pt>
    <dgm:pt modelId="{5CD061C7-83F2-4ECC-A585-FE74F3B7D9E9}" type="pres">
      <dgm:prSet presAssocID="{C999115A-DC27-42DA-BC7D-C260C844A525}" presName="horz1" presStyleCnt="0"/>
      <dgm:spPr/>
    </dgm:pt>
    <dgm:pt modelId="{E79355F3-2D70-4050-B44D-C133E61C04BA}" type="pres">
      <dgm:prSet presAssocID="{C999115A-DC27-42DA-BC7D-C260C844A525}" presName="tx1" presStyleLbl="revTx" presStyleIdx="2" presStyleCnt="5"/>
      <dgm:spPr/>
    </dgm:pt>
    <dgm:pt modelId="{09FCCBA6-D760-4778-ACB3-EEF0928A4293}" type="pres">
      <dgm:prSet presAssocID="{C999115A-DC27-42DA-BC7D-C260C844A525}" presName="vert1" presStyleCnt="0"/>
      <dgm:spPr/>
    </dgm:pt>
    <dgm:pt modelId="{12CDDC74-46CA-4873-9A42-C67796593AD8}" type="pres">
      <dgm:prSet presAssocID="{96FD39BF-FDE8-4B25-90AE-0E804DC178EB}" presName="thickLine" presStyleLbl="alignNode1" presStyleIdx="3" presStyleCnt="5"/>
      <dgm:spPr/>
    </dgm:pt>
    <dgm:pt modelId="{E8D66A30-BBD9-43C8-862D-F07EA53127D8}" type="pres">
      <dgm:prSet presAssocID="{96FD39BF-FDE8-4B25-90AE-0E804DC178EB}" presName="horz1" presStyleCnt="0"/>
      <dgm:spPr/>
    </dgm:pt>
    <dgm:pt modelId="{7F187CF4-FAEA-410A-AF3C-3BFFEC556A74}" type="pres">
      <dgm:prSet presAssocID="{96FD39BF-FDE8-4B25-90AE-0E804DC178EB}" presName="tx1" presStyleLbl="revTx" presStyleIdx="3" presStyleCnt="5"/>
      <dgm:spPr/>
    </dgm:pt>
    <dgm:pt modelId="{C73FE510-04CB-4738-9099-C587C35D6B42}" type="pres">
      <dgm:prSet presAssocID="{96FD39BF-FDE8-4B25-90AE-0E804DC178EB}" presName="vert1" presStyleCnt="0"/>
      <dgm:spPr/>
    </dgm:pt>
    <dgm:pt modelId="{4276509D-33CC-4BC0-88D0-8B99A533CC92}" type="pres">
      <dgm:prSet presAssocID="{682DA41B-FB58-4D17-BF1F-D3A50D894BCD}" presName="thickLine" presStyleLbl="alignNode1" presStyleIdx="4" presStyleCnt="5"/>
      <dgm:spPr/>
    </dgm:pt>
    <dgm:pt modelId="{0F137BC4-6869-42E4-9D0A-767971384FAA}" type="pres">
      <dgm:prSet presAssocID="{682DA41B-FB58-4D17-BF1F-D3A50D894BCD}" presName="horz1" presStyleCnt="0"/>
      <dgm:spPr/>
    </dgm:pt>
    <dgm:pt modelId="{8860ABB3-3E69-481D-9A22-0AF32CF74001}" type="pres">
      <dgm:prSet presAssocID="{682DA41B-FB58-4D17-BF1F-D3A50D894BCD}" presName="tx1" presStyleLbl="revTx" presStyleIdx="4" presStyleCnt="5"/>
      <dgm:spPr/>
    </dgm:pt>
    <dgm:pt modelId="{4B6A0784-C49B-44F1-A39B-849B1F1F19EF}" type="pres">
      <dgm:prSet presAssocID="{682DA41B-FB58-4D17-BF1F-D3A50D894BCD}" presName="vert1" presStyleCnt="0"/>
      <dgm:spPr/>
    </dgm:pt>
  </dgm:ptLst>
  <dgm:cxnLst>
    <dgm:cxn modelId="{3D48C700-DF77-4BBD-97C0-F8CC2BF42414}" type="presOf" srcId="{96FD39BF-FDE8-4B25-90AE-0E804DC178EB}" destId="{7F187CF4-FAEA-410A-AF3C-3BFFEC556A74}" srcOrd="0" destOrd="0" presId="urn:microsoft.com/office/officeart/2008/layout/LinedList"/>
    <dgm:cxn modelId="{59F94307-9DE9-4F06-A062-913B7DFA361F}" srcId="{4ED36019-3E80-4F16-8474-7DE4EF838884}" destId="{178C1C1B-6877-4AD0-B518-1236A955C199}" srcOrd="0" destOrd="0" parTransId="{3DAD0CC4-57EF-4521-BE20-35EB37D6C582}" sibTransId="{56A8588B-B37B-4A3E-8195-D5884E1B9CA0}"/>
    <dgm:cxn modelId="{826B8B45-1221-41E9-803B-7911EB06BF28}" type="presOf" srcId="{A92CB4A7-BE52-4F0A-AC14-91D1CDB077DD}" destId="{B448E3CA-E69B-42A0-814D-631DE15AE6A8}" srcOrd="0" destOrd="0" presId="urn:microsoft.com/office/officeart/2008/layout/LinedList"/>
    <dgm:cxn modelId="{C2DF0072-7ECA-4DBF-9340-C3C6894BA70C}" type="presOf" srcId="{178C1C1B-6877-4AD0-B518-1236A955C199}" destId="{049E2C5B-879E-4A59-ADBD-4F6EB0802278}" srcOrd="0" destOrd="0" presId="urn:microsoft.com/office/officeart/2008/layout/LinedList"/>
    <dgm:cxn modelId="{ADB09C86-35DD-4D94-B962-95ED825BF812}" srcId="{4ED36019-3E80-4F16-8474-7DE4EF838884}" destId="{C999115A-DC27-42DA-BC7D-C260C844A525}" srcOrd="2" destOrd="0" parTransId="{E2C2BD97-61FA-4F41-91B8-DCFCD01E161D}" sibTransId="{91463A0C-5209-47FE-8DA1-7D06C882CD29}"/>
    <dgm:cxn modelId="{F721A186-B5A0-4388-B1BE-A5667457F92A}" type="presOf" srcId="{4ED36019-3E80-4F16-8474-7DE4EF838884}" destId="{8C7BC357-8978-4AF3-9F77-60FFEF7A0C23}" srcOrd="0" destOrd="0" presId="urn:microsoft.com/office/officeart/2008/layout/LinedList"/>
    <dgm:cxn modelId="{04C429B7-4821-4A65-BFB2-FEEF9813AEFF}" type="presOf" srcId="{C999115A-DC27-42DA-BC7D-C260C844A525}" destId="{E79355F3-2D70-4050-B44D-C133E61C04BA}" srcOrd="0" destOrd="0" presId="urn:microsoft.com/office/officeart/2008/layout/LinedList"/>
    <dgm:cxn modelId="{0150D5C1-A707-468F-8251-89E7B3F73D5C}" srcId="{4ED36019-3E80-4F16-8474-7DE4EF838884}" destId="{682DA41B-FB58-4D17-BF1F-D3A50D894BCD}" srcOrd="4" destOrd="0" parTransId="{7788F941-7497-4A61-AEBB-D2D512DC3EEE}" sibTransId="{28021DF9-5EA1-4D89-8421-5A8BE835244C}"/>
    <dgm:cxn modelId="{57F902E3-BE71-41C1-BCB6-7C3050384F97}" srcId="{4ED36019-3E80-4F16-8474-7DE4EF838884}" destId="{96FD39BF-FDE8-4B25-90AE-0E804DC178EB}" srcOrd="3" destOrd="0" parTransId="{8BC32D38-0C75-4A7F-80E1-9F5A55D8D869}" sibTransId="{38499B0E-A7D1-4CD7-BE6E-5B5B5E8AC8BF}"/>
    <dgm:cxn modelId="{FB3D32EF-372D-4FAA-93AA-6AD31DEFFA5C}" srcId="{4ED36019-3E80-4F16-8474-7DE4EF838884}" destId="{A92CB4A7-BE52-4F0A-AC14-91D1CDB077DD}" srcOrd="1" destOrd="0" parTransId="{DAEDAB3D-49AC-4403-9920-747D35654210}" sibTransId="{7B3BBE7A-1967-4FD0-A5F7-591B40062A18}"/>
    <dgm:cxn modelId="{AF057BFA-1E11-47FF-9E42-CF50B74C856E}" type="presOf" srcId="{682DA41B-FB58-4D17-BF1F-D3A50D894BCD}" destId="{8860ABB3-3E69-481D-9A22-0AF32CF74001}" srcOrd="0" destOrd="0" presId="urn:microsoft.com/office/officeart/2008/layout/LinedList"/>
    <dgm:cxn modelId="{410F7189-C29C-473F-800E-C0A365A89AA8}" type="presParOf" srcId="{8C7BC357-8978-4AF3-9F77-60FFEF7A0C23}" destId="{221B980A-D16B-495A-8371-D5E1EFA12C42}" srcOrd="0" destOrd="0" presId="urn:microsoft.com/office/officeart/2008/layout/LinedList"/>
    <dgm:cxn modelId="{4E4D1A6C-ABBE-4C80-A955-BDBF480672FD}" type="presParOf" srcId="{8C7BC357-8978-4AF3-9F77-60FFEF7A0C23}" destId="{AD991AC6-3EFC-458E-AB24-CF7F1FC2704C}" srcOrd="1" destOrd="0" presId="urn:microsoft.com/office/officeart/2008/layout/LinedList"/>
    <dgm:cxn modelId="{1EFA3143-C7CF-4300-BFC1-21451ABD88BB}" type="presParOf" srcId="{AD991AC6-3EFC-458E-AB24-CF7F1FC2704C}" destId="{049E2C5B-879E-4A59-ADBD-4F6EB0802278}" srcOrd="0" destOrd="0" presId="urn:microsoft.com/office/officeart/2008/layout/LinedList"/>
    <dgm:cxn modelId="{AA2C6D16-4B43-4857-A6F7-E76F547033E9}" type="presParOf" srcId="{AD991AC6-3EFC-458E-AB24-CF7F1FC2704C}" destId="{7CFD7A82-CD07-4835-85ED-79FC33035AD5}" srcOrd="1" destOrd="0" presId="urn:microsoft.com/office/officeart/2008/layout/LinedList"/>
    <dgm:cxn modelId="{A30AFBCE-3425-4476-87AA-432A1C75D0F9}" type="presParOf" srcId="{8C7BC357-8978-4AF3-9F77-60FFEF7A0C23}" destId="{347B3978-76C5-40DF-AEF8-93F6422757EA}" srcOrd="2" destOrd="0" presId="urn:microsoft.com/office/officeart/2008/layout/LinedList"/>
    <dgm:cxn modelId="{ABD6BD57-CA45-4B05-B708-596DBD05719B}" type="presParOf" srcId="{8C7BC357-8978-4AF3-9F77-60FFEF7A0C23}" destId="{5071402A-2D2C-410D-A0CA-E8DEEEB74FBD}" srcOrd="3" destOrd="0" presId="urn:microsoft.com/office/officeart/2008/layout/LinedList"/>
    <dgm:cxn modelId="{EFD8029D-3709-407B-959F-63AF46B5EF3E}" type="presParOf" srcId="{5071402A-2D2C-410D-A0CA-E8DEEEB74FBD}" destId="{B448E3CA-E69B-42A0-814D-631DE15AE6A8}" srcOrd="0" destOrd="0" presId="urn:microsoft.com/office/officeart/2008/layout/LinedList"/>
    <dgm:cxn modelId="{28A8967B-F544-4287-B882-276040DBACDA}" type="presParOf" srcId="{5071402A-2D2C-410D-A0CA-E8DEEEB74FBD}" destId="{122F0A05-4F55-40D6-B97D-D7C176D31A67}" srcOrd="1" destOrd="0" presId="urn:microsoft.com/office/officeart/2008/layout/LinedList"/>
    <dgm:cxn modelId="{7C8AE5D2-4649-4C71-81FC-32920FF5B6D3}" type="presParOf" srcId="{8C7BC357-8978-4AF3-9F77-60FFEF7A0C23}" destId="{76CC421C-6811-4F55-9C2E-0723DE57DD4C}" srcOrd="4" destOrd="0" presId="urn:microsoft.com/office/officeart/2008/layout/LinedList"/>
    <dgm:cxn modelId="{9289B48A-5CFE-475F-AD0E-A67A0B79AC99}" type="presParOf" srcId="{8C7BC357-8978-4AF3-9F77-60FFEF7A0C23}" destId="{5CD061C7-83F2-4ECC-A585-FE74F3B7D9E9}" srcOrd="5" destOrd="0" presId="urn:microsoft.com/office/officeart/2008/layout/LinedList"/>
    <dgm:cxn modelId="{2F3D9B3F-CB6A-4A98-8814-383D3F5B9060}" type="presParOf" srcId="{5CD061C7-83F2-4ECC-A585-FE74F3B7D9E9}" destId="{E79355F3-2D70-4050-B44D-C133E61C04BA}" srcOrd="0" destOrd="0" presId="urn:microsoft.com/office/officeart/2008/layout/LinedList"/>
    <dgm:cxn modelId="{6B258C91-3060-4EC4-991B-2BFF33B0D83C}" type="presParOf" srcId="{5CD061C7-83F2-4ECC-A585-FE74F3B7D9E9}" destId="{09FCCBA6-D760-4778-ACB3-EEF0928A4293}" srcOrd="1" destOrd="0" presId="urn:microsoft.com/office/officeart/2008/layout/LinedList"/>
    <dgm:cxn modelId="{2E7B89A9-AE33-4AF7-8B01-7E1BDE070CA2}" type="presParOf" srcId="{8C7BC357-8978-4AF3-9F77-60FFEF7A0C23}" destId="{12CDDC74-46CA-4873-9A42-C67796593AD8}" srcOrd="6" destOrd="0" presId="urn:microsoft.com/office/officeart/2008/layout/LinedList"/>
    <dgm:cxn modelId="{C18808F9-391C-405F-9272-78336F274DB0}" type="presParOf" srcId="{8C7BC357-8978-4AF3-9F77-60FFEF7A0C23}" destId="{E8D66A30-BBD9-43C8-862D-F07EA53127D8}" srcOrd="7" destOrd="0" presId="urn:microsoft.com/office/officeart/2008/layout/LinedList"/>
    <dgm:cxn modelId="{434A7972-6DC2-4C28-ACB2-51B64F64AFA1}" type="presParOf" srcId="{E8D66A30-BBD9-43C8-862D-F07EA53127D8}" destId="{7F187CF4-FAEA-410A-AF3C-3BFFEC556A74}" srcOrd="0" destOrd="0" presId="urn:microsoft.com/office/officeart/2008/layout/LinedList"/>
    <dgm:cxn modelId="{5ED252AB-74BA-4B58-9D30-078CB008DBCC}" type="presParOf" srcId="{E8D66A30-BBD9-43C8-862D-F07EA53127D8}" destId="{C73FE510-04CB-4738-9099-C587C35D6B42}" srcOrd="1" destOrd="0" presId="urn:microsoft.com/office/officeart/2008/layout/LinedList"/>
    <dgm:cxn modelId="{715C048C-7AC3-4542-A42A-873F0780E633}" type="presParOf" srcId="{8C7BC357-8978-4AF3-9F77-60FFEF7A0C23}" destId="{4276509D-33CC-4BC0-88D0-8B99A533CC92}" srcOrd="8" destOrd="0" presId="urn:microsoft.com/office/officeart/2008/layout/LinedList"/>
    <dgm:cxn modelId="{5FB854A3-16F8-4707-A3B2-E34BD4B2628C}" type="presParOf" srcId="{8C7BC357-8978-4AF3-9F77-60FFEF7A0C23}" destId="{0F137BC4-6869-42E4-9D0A-767971384FAA}" srcOrd="9" destOrd="0" presId="urn:microsoft.com/office/officeart/2008/layout/LinedList"/>
    <dgm:cxn modelId="{14D4186C-AA1B-4249-A2ED-34EAA3783F0F}" type="presParOf" srcId="{0F137BC4-6869-42E4-9D0A-767971384FAA}" destId="{8860ABB3-3E69-481D-9A22-0AF32CF74001}" srcOrd="0" destOrd="0" presId="urn:microsoft.com/office/officeart/2008/layout/LinedList"/>
    <dgm:cxn modelId="{482C7E03-3DD2-45AD-9D22-90563200C363}" type="presParOf" srcId="{0F137BC4-6869-42E4-9D0A-767971384FAA}" destId="{4B6A0784-C49B-44F1-A39B-849B1F1F19E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ED36019-3E80-4F16-8474-7DE4EF83888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78C1C1B-6877-4AD0-B518-1236A955C199}">
      <dgm:prSet/>
      <dgm:spPr/>
      <dgm:t>
        <a:bodyPr/>
        <a:lstStyle/>
        <a:p>
          <a:r>
            <a:rPr lang="en-US" b="0" i="0" dirty="0"/>
            <a:t>With 20+ years of experience in .NET technologies, I provide a comprehensive migration service that ensures minimal disruption, optimized performance, and long-term maintainability. </a:t>
          </a:r>
          <a:endParaRPr lang="en-US" dirty="0"/>
        </a:p>
      </dgm:t>
    </dgm:pt>
    <dgm:pt modelId="{3DAD0CC4-57EF-4521-BE20-35EB37D6C582}" type="parTrans" cxnId="{59F94307-9DE9-4F06-A062-913B7DFA361F}">
      <dgm:prSet/>
      <dgm:spPr/>
      <dgm:t>
        <a:bodyPr/>
        <a:lstStyle/>
        <a:p>
          <a:endParaRPr lang="en-US"/>
        </a:p>
      </dgm:t>
    </dgm:pt>
    <dgm:pt modelId="{56A8588B-B37B-4A3E-8195-D5884E1B9CA0}" type="sibTrans" cxnId="{59F94307-9DE9-4F06-A062-913B7DFA361F}">
      <dgm:prSet/>
      <dgm:spPr/>
      <dgm:t>
        <a:bodyPr/>
        <a:lstStyle/>
        <a:p>
          <a:endParaRPr lang="en-US"/>
        </a:p>
      </dgm:t>
    </dgm:pt>
    <dgm:pt modelId="{47962DD5-6AD9-493A-8A06-37C8503AAC6C}">
      <dgm:prSet/>
      <dgm:spPr/>
      <dgm:t>
        <a:bodyPr/>
        <a:lstStyle/>
        <a:p>
          <a:r>
            <a:rPr lang="tr-TR" b="0" i="0" dirty="0"/>
            <a:t>✅ Seamless Backend &amp; Frontend Modernization</a:t>
          </a:r>
          <a:endParaRPr lang="en-US" dirty="0"/>
        </a:p>
      </dgm:t>
    </dgm:pt>
    <dgm:pt modelId="{4768E798-4399-4411-9A29-EED33BCD73FF}" type="parTrans" cxnId="{9B23BFA3-4325-42B0-845D-D85BF3FB1A2E}">
      <dgm:prSet/>
      <dgm:spPr/>
      <dgm:t>
        <a:bodyPr/>
        <a:lstStyle/>
        <a:p>
          <a:endParaRPr lang="en-US"/>
        </a:p>
      </dgm:t>
    </dgm:pt>
    <dgm:pt modelId="{1743376F-88A4-4B6C-94DF-C8B1DBE131A9}" type="sibTrans" cxnId="{9B23BFA3-4325-42B0-845D-D85BF3FB1A2E}">
      <dgm:prSet/>
      <dgm:spPr/>
      <dgm:t>
        <a:bodyPr/>
        <a:lstStyle/>
        <a:p>
          <a:endParaRPr lang="en-US"/>
        </a:p>
      </dgm:t>
    </dgm:pt>
    <dgm:pt modelId="{14896181-DCAA-4E74-A2AC-935E786A6820}">
      <dgm:prSet/>
      <dgm:spPr/>
      <dgm:t>
        <a:bodyPr/>
        <a:lstStyle/>
        <a:p>
          <a:r>
            <a:rPr lang="tr-TR" b="0" i="0" dirty="0"/>
            <a:t>✅ Security &amp; Performance Enhancements with Profiler Tuning</a:t>
          </a:r>
          <a:endParaRPr lang="en-US" dirty="0"/>
        </a:p>
      </dgm:t>
    </dgm:pt>
    <dgm:pt modelId="{40728A73-F7AA-43EE-9225-FD8BF06C6303}" type="parTrans" cxnId="{2177AD14-D2FD-49CC-8876-1398C74A10D9}">
      <dgm:prSet/>
      <dgm:spPr/>
      <dgm:t>
        <a:bodyPr/>
        <a:lstStyle/>
        <a:p>
          <a:endParaRPr lang="en-US"/>
        </a:p>
      </dgm:t>
    </dgm:pt>
    <dgm:pt modelId="{40B1DEB6-8827-4634-8B81-599A017837DC}" type="sibTrans" cxnId="{2177AD14-D2FD-49CC-8876-1398C74A10D9}">
      <dgm:prSet/>
      <dgm:spPr/>
      <dgm:t>
        <a:bodyPr/>
        <a:lstStyle/>
        <a:p>
          <a:endParaRPr lang="en-US"/>
        </a:p>
      </dgm:t>
    </dgm:pt>
    <dgm:pt modelId="{4EC1CC62-8493-42A8-B619-D69B83B1808B}">
      <dgm:prSet/>
      <dgm:spPr/>
      <dgm:t>
        <a:bodyPr/>
        <a:lstStyle/>
        <a:p>
          <a:r>
            <a:rPr lang="tr-TR" b="0" i="0" dirty="0"/>
            <a:t>✅ Zero-Downtime Deployment with CI/CD Best Practices</a:t>
          </a:r>
          <a:endParaRPr lang="en-US" dirty="0"/>
        </a:p>
      </dgm:t>
    </dgm:pt>
    <dgm:pt modelId="{4847F613-B5DD-4637-9903-E14135AD61D1}" type="parTrans" cxnId="{B6EB6C4A-B923-4AD2-9364-7FD7B2A62365}">
      <dgm:prSet/>
      <dgm:spPr/>
      <dgm:t>
        <a:bodyPr/>
        <a:lstStyle/>
        <a:p>
          <a:endParaRPr lang="en-US"/>
        </a:p>
      </dgm:t>
    </dgm:pt>
    <dgm:pt modelId="{A319E0E6-86FB-4ED9-B5CF-835A0A620805}" type="sibTrans" cxnId="{B6EB6C4A-B923-4AD2-9364-7FD7B2A62365}">
      <dgm:prSet/>
      <dgm:spPr/>
      <dgm:t>
        <a:bodyPr/>
        <a:lstStyle/>
        <a:p>
          <a:endParaRPr lang="en-US"/>
        </a:p>
      </dgm:t>
    </dgm:pt>
    <dgm:pt modelId="{430E8258-D5C7-49E7-B009-CCB171715DC4}">
      <dgm:prSet/>
      <dgm:spPr/>
      <dgm:t>
        <a:bodyPr/>
        <a:lstStyle/>
        <a:p>
          <a:r>
            <a:rPr lang="tr-TR" b="0" i="0" dirty="0"/>
            <a:t>✅ Cloud Migration &amp; Scalability (Azure/AWS)</a:t>
          </a:r>
          <a:endParaRPr lang="en-US" dirty="0"/>
        </a:p>
      </dgm:t>
    </dgm:pt>
    <dgm:pt modelId="{42FAFB88-EA6E-4A1F-9F4A-384D213E537A}" type="parTrans" cxnId="{2C2A94A9-B97D-44A9-880C-48A963E819DC}">
      <dgm:prSet/>
      <dgm:spPr/>
      <dgm:t>
        <a:bodyPr/>
        <a:lstStyle/>
        <a:p>
          <a:endParaRPr lang="en-US"/>
        </a:p>
      </dgm:t>
    </dgm:pt>
    <dgm:pt modelId="{68B9426B-4478-4FBE-8656-5955D9F205B4}" type="sibTrans" cxnId="{2C2A94A9-B97D-44A9-880C-48A963E819DC}">
      <dgm:prSet/>
      <dgm:spPr/>
      <dgm:t>
        <a:bodyPr/>
        <a:lstStyle/>
        <a:p>
          <a:endParaRPr lang="en-US"/>
        </a:p>
      </dgm:t>
    </dgm:pt>
    <dgm:pt modelId="{AF214EE4-2D62-4A43-BEC2-E0B0F4A8C0DD}">
      <dgm:prSet/>
      <dgm:spPr/>
      <dgm:t>
        <a:bodyPr/>
        <a:lstStyle/>
        <a:p>
          <a:r>
            <a:rPr lang="tr-TR" b="0" i="0" dirty="0"/>
            <a:t>✅ End-to-End Support &amp; Developer Training</a:t>
          </a:r>
          <a:endParaRPr lang="en-US" dirty="0"/>
        </a:p>
      </dgm:t>
    </dgm:pt>
    <dgm:pt modelId="{AC531D02-43C5-4C08-8744-8F308F9E4E43}" type="parTrans" cxnId="{BBB69E4B-02BA-41AD-B68C-B49335B255BC}">
      <dgm:prSet/>
      <dgm:spPr/>
      <dgm:t>
        <a:bodyPr/>
        <a:lstStyle/>
        <a:p>
          <a:endParaRPr lang="en-US"/>
        </a:p>
      </dgm:t>
    </dgm:pt>
    <dgm:pt modelId="{EEDF7DA1-83D9-4490-88F4-CB7AF85B9D22}" type="sibTrans" cxnId="{BBB69E4B-02BA-41AD-B68C-B49335B255BC}">
      <dgm:prSet/>
      <dgm:spPr/>
      <dgm:t>
        <a:bodyPr/>
        <a:lstStyle/>
        <a:p>
          <a:endParaRPr lang="en-US"/>
        </a:p>
      </dgm:t>
    </dgm:pt>
    <dgm:pt modelId="{20F68013-584A-4608-A4F5-382386EF71CF}">
      <dgm:prSet/>
      <dgm:spPr/>
      <dgm:t>
        <a:bodyPr/>
        <a:lstStyle/>
        <a:p>
          <a:r>
            <a:rPr lang="en-US" b="0" i="0" dirty="0"/>
            <a:t>Unlike generic migration services, I take a strategic, step-by-step approach to ensure</a:t>
          </a:r>
          <a:r>
            <a:rPr lang="tr-TR" b="0" i="0" dirty="0"/>
            <a:t>:</a:t>
          </a:r>
          <a:endParaRPr lang="en-US" dirty="0"/>
        </a:p>
      </dgm:t>
    </dgm:pt>
    <dgm:pt modelId="{59BD72E6-8B0F-42AC-80EF-23645C51FD99}" type="parTrans" cxnId="{9B419712-919E-4F9A-B6E8-F1E1B331F1D4}">
      <dgm:prSet/>
      <dgm:spPr/>
      <dgm:t>
        <a:bodyPr/>
        <a:lstStyle/>
        <a:p>
          <a:endParaRPr lang="en-US"/>
        </a:p>
      </dgm:t>
    </dgm:pt>
    <dgm:pt modelId="{5B8F990C-30C7-4A94-B3B8-A9E6A6C3384E}" type="sibTrans" cxnId="{9B419712-919E-4F9A-B6E8-F1E1B331F1D4}">
      <dgm:prSet/>
      <dgm:spPr/>
      <dgm:t>
        <a:bodyPr/>
        <a:lstStyle/>
        <a:p>
          <a:endParaRPr lang="en-US"/>
        </a:p>
      </dgm:t>
    </dgm:pt>
    <dgm:pt modelId="{8C7BC357-8978-4AF3-9F77-60FFEF7A0C23}" type="pres">
      <dgm:prSet presAssocID="{4ED36019-3E80-4F16-8474-7DE4EF838884}" presName="vert0" presStyleCnt="0">
        <dgm:presLayoutVars>
          <dgm:dir/>
          <dgm:animOne val="branch"/>
          <dgm:animLvl val="lvl"/>
        </dgm:presLayoutVars>
      </dgm:prSet>
      <dgm:spPr/>
    </dgm:pt>
    <dgm:pt modelId="{221B980A-D16B-495A-8371-D5E1EFA12C42}" type="pres">
      <dgm:prSet presAssocID="{178C1C1B-6877-4AD0-B518-1236A955C199}" presName="thickLine" presStyleLbl="alignNode1" presStyleIdx="0" presStyleCnt="7"/>
      <dgm:spPr/>
    </dgm:pt>
    <dgm:pt modelId="{AD991AC6-3EFC-458E-AB24-CF7F1FC2704C}" type="pres">
      <dgm:prSet presAssocID="{178C1C1B-6877-4AD0-B518-1236A955C199}" presName="horz1" presStyleCnt="0"/>
      <dgm:spPr/>
    </dgm:pt>
    <dgm:pt modelId="{049E2C5B-879E-4A59-ADBD-4F6EB0802278}" type="pres">
      <dgm:prSet presAssocID="{178C1C1B-6877-4AD0-B518-1236A955C199}" presName="tx1" presStyleLbl="revTx" presStyleIdx="0" presStyleCnt="7" custScaleY="100171"/>
      <dgm:spPr/>
    </dgm:pt>
    <dgm:pt modelId="{7CFD7A82-CD07-4835-85ED-79FC33035AD5}" type="pres">
      <dgm:prSet presAssocID="{178C1C1B-6877-4AD0-B518-1236A955C199}" presName="vert1" presStyleCnt="0"/>
      <dgm:spPr/>
    </dgm:pt>
    <dgm:pt modelId="{0E7004D1-E393-473B-856F-AB564D0D221C}" type="pres">
      <dgm:prSet presAssocID="{20F68013-584A-4608-A4F5-382386EF71CF}" presName="thickLine" presStyleLbl="alignNode1" presStyleIdx="1" presStyleCnt="7"/>
      <dgm:spPr/>
    </dgm:pt>
    <dgm:pt modelId="{BB26E8AB-CE61-4C88-AD17-00EA2F538E51}" type="pres">
      <dgm:prSet presAssocID="{20F68013-584A-4608-A4F5-382386EF71CF}" presName="horz1" presStyleCnt="0"/>
      <dgm:spPr/>
    </dgm:pt>
    <dgm:pt modelId="{8F09B247-DA58-4C10-92B9-C2CDDD5A0076}" type="pres">
      <dgm:prSet presAssocID="{20F68013-584A-4608-A4F5-382386EF71CF}" presName="tx1" presStyleLbl="revTx" presStyleIdx="1" presStyleCnt="7"/>
      <dgm:spPr/>
    </dgm:pt>
    <dgm:pt modelId="{67ED7D38-22CA-42B0-890D-46761F3C9F23}" type="pres">
      <dgm:prSet presAssocID="{20F68013-584A-4608-A4F5-382386EF71CF}" presName="vert1" presStyleCnt="0"/>
      <dgm:spPr/>
    </dgm:pt>
    <dgm:pt modelId="{2254DF84-00EF-45FE-AF89-5EE39B40B6A3}" type="pres">
      <dgm:prSet presAssocID="{47962DD5-6AD9-493A-8A06-37C8503AAC6C}" presName="thickLine" presStyleLbl="alignNode1" presStyleIdx="2" presStyleCnt="7"/>
      <dgm:spPr/>
    </dgm:pt>
    <dgm:pt modelId="{2346ABCB-5AE0-496C-85D2-865479F0CA4D}" type="pres">
      <dgm:prSet presAssocID="{47962DD5-6AD9-493A-8A06-37C8503AAC6C}" presName="horz1" presStyleCnt="0"/>
      <dgm:spPr/>
    </dgm:pt>
    <dgm:pt modelId="{2409EDEA-D9AD-4728-BA3A-51A678E909ED}" type="pres">
      <dgm:prSet presAssocID="{47962DD5-6AD9-493A-8A06-37C8503AAC6C}" presName="tx1" presStyleLbl="revTx" presStyleIdx="2" presStyleCnt="7"/>
      <dgm:spPr/>
    </dgm:pt>
    <dgm:pt modelId="{A187238B-5703-4B8E-8899-842E13D38FA3}" type="pres">
      <dgm:prSet presAssocID="{47962DD5-6AD9-493A-8A06-37C8503AAC6C}" presName="vert1" presStyleCnt="0"/>
      <dgm:spPr/>
    </dgm:pt>
    <dgm:pt modelId="{EB8C643C-F453-4815-B82D-084AB4B4F071}" type="pres">
      <dgm:prSet presAssocID="{14896181-DCAA-4E74-A2AC-935E786A6820}" presName="thickLine" presStyleLbl="alignNode1" presStyleIdx="3" presStyleCnt="7"/>
      <dgm:spPr/>
    </dgm:pt>
    <dgm:pt modelId="{0FAFF0C9-1656-4569-B611-3ACAFBBAF346}" type="pres">
      <dgm:prSet presAssocID="{14896181-DCAA-4E74-A2AC-935E786A6820}" presName="horz1" presStyleCnt="0"/>
      <dgm:spPr/>
    </dgm:pt>
    <dgm:pt modelId="{CB829851-82E4-4750-9174-7E3ECB0CD92B}" type="pres">
      <dgm:prSet presAssocID="{14896181-DCAA-4E74-A2AC-935E786A6820}" presName="tx1" presStyleLbl="revTx" presStyleIdx="3" presStyleCnt="7"/>
      <dgm:spPr/>
    </dgm:pt>
    <dgm:pt modelId="{BBE8D57F-5926-4A2A-AD1F-D79668974C13}" type="pres">
      <dgm:prSet presAssocID="{14896181-DCAA-4E74-A2AC-935E786A6820}" presName="vert1" presStyleCnt="0"/>
      <dgm:spPr/>
    </dgm:pt>
    <dgm:pt modelId="{B9757EA8-0084-454D-A1D8-81AC223009B4}" type="pres">
      <dgm:prSet presAssocID="{4EC1CC62-8493-42A8-B619-D69B83B1808B}" presName="thickLine" presStyleLbl="alignNode1" presStyleIdx="4" presStyleCnt="7"/>
      <dgm:spPr/>
    </dgm:pt>
    <dgm:pt modelId="{C48DB689-AC30-4436-9797-84FA39FA27D4}" type="pres">
      <dgm:prSet presAssocID="{4EC1CC62-8493-42A8-B619-D69B83B1808B}" presName="horz1" presStyleCnt="0"/>
      <dgm:spPr/>
    </dgm:pt>
    <dgm:pt modelId="{6ED4F0CD-FF0A-4AFC-B57C-A920E73D09EC}" type="pres">
      <dgm:prSet presAssocID="{4EC1CC62-8493-42A8-B619-D69B83B1808B}" presName="tx1" presStyleLbl="revTx" presStyleIdx="4" presStyleCnt="7"/>
      <dgm:spPr/>
    </dgm:pt>
    <dgm:pt modelId="{30855C39-7ED5-4AB9-9795-C31D9CF472AC}" type="pres">
      <dgm:prSet presAssocID="{4EC1CC62-8493-42A8-B619-D69B83B1808B}" presName="vert1" presStyleCnt="0"/>
      <dgm:spPr/>
    </dgm:pt>
    <dgm:pt modelId="{9156AD25-5992-40DA-810C-15216EEC3D4B}" type="pres">
      <dgm:prSet presAssocID="{430E8258-D5C7-49E7-B009-CCB171715DC4}" presName="thickLine" presStyleLbl="alignNode1" presStyleIdx="5" presStyleCnt="7"/>
      <dgm:spPr/>
    </dgm:pt>
    <dgm:pt modelId="{01E6D243-0D88-4933-994F-3D6A730376CC}" type="pres">
      <dgm:prSet presAssocID="{430E8258-D5C7-49E7-B009-CCB171715DC4}" presName="horz1" presStyleCnt="0"/>
      <dgm:spPr/>
    </dgm:pt>
    <dgm:pt modelId="{6C4D2252-0B42-476E-8758-008F121B8911}" type="pres">
      <dgm:prSet presAssocID="{430E8258-D5C7-49E7-B009-CCB171715DC4}" presName="tx1" presStyleLbl="revTx" presStyleIdx="5" presStyleCnt="7"/>
      <dgm:spPr/>
    </dgm:pt>
    <dgm:pt modelId="{85675CDE-CF13-45D9-9F00-EF0DEB719D61}" type="pres">
      <dgm:prSet presAssocID="{430E8258-D5C7-49E7-B009-CCB171715DC4}" presName="vert1" presStyleCnt="0"/>
      <dgm:spPr/>
    </dgm:pt>
    <dgm:pt modelId="{044F40D0-95CB-4510-9460-6B3EB9982646}" type="pres">
      <dgm:prSet presAssocID="{AF214EE4-2D62-4A43-BEC2-E0B0F4A8C0DD}" presName="thickLine" presStyleLbl="alignNode1" presStyleIdx="6" presStyleCnt="7"/>
      <dgm:spPr/>
    </dgm:pt>
    <dgm:pt modelId="{CC2BFF99-9056-4178-BFDF-9E6F5E3A70DA}" type="pres">
      <dgm:prSet presAssocID="{AF214EE4-2D62-4A43-BEC2-E0B0F4A8C0DD}" presName="horz1" presStyleCnt="0"/>
      <dgm:spPr/>
    </dgm:pt>
    <dgm:pt modelId="{1F28ACF1-1B7E-44B3-8E94-6CAD098787D4}" type="pres">
      <dgm:prSet presAssocID="{AF214EE4-2D62-4A43-BEC2-E0B0F4A8C0DD}" presName="tx1" presStyleLbl="revTx" presStyleIdx="6" presStyleCnt="7"/>
      <dgm:spPr/>
    </dgm:pt>
    <dgm:pt modelId="{0860E326-DDD6-4E2D-953E-FE4E423CB0D8}" type="pres">
      <dgm:prSet presAssocID="{AF214EE4-2D62-4A43-BEC2-E0B0F4A8C0DD}" presName="vert1" presStyleCnt="0"/>
      <dgm:spPr/>
    </dgm:pt>
  </dgm:ptLst>
  <dgm:cxnLst>
    <dgm:cxn modelId="{59F94307-9DE9-4F06-A062-913B7DFA361F}" srcId="{4ED36019-3E80-4F16-8474-7DE4EF838884}" destId="{178C1C1B-6877-4AD0-B518-1236A955C199}" srcOrd="0" destOrd="0" parTransId="{3DAD0CC4-57EF-4521-BE20-35EB37D6C582}" sibTransId="{56A8588B-B37B-4A3E-8195-D5884E1B9CA0}"/>
    <dgm:cxn modelId="{9B419712-919E-4F9A-B6E8-F1E1B331F1D4}" srcId="{4ED36019-3E80-4F16-8474-7DE4EF838884}" destId="{20F68013-584A-4608-A4F5-382386EF71CF}" srcOrd="1" destOrd="0" parTransId="{59BD72E6-8B0F-42AC-80EF-23645C51FD99}" sibTransId="{5B8F990C-30C7-4A94-B3B8-A9E6A6C3384E}"/>
    <dgm:cxn modelId="{2177AD14-D2FD-49CC-8876-1398C74A10D9}" srcId="{4ED36019-3E80-4F16-8474-7DE4EF838884}" destId="{14896181-DCAA-4E74-A2AC-935E786A6820}" srcOrd="3" destOrd="0" parTransId="{40728A73-F7AA-43EE-9225-FD8BF06C6303}" sibTransId="{40B1DEB6-8827-4634-8B81-599A017837DC}"/>
    <dgm:cxn modelId="{00002C30-C1AA-4780-AFFE-D556F5F78081}" type="presOf" srcId="{14896181-DCAA-4E74-A2AC-935E786A6820}" destId="{CB829851-82E4-4750-9174-7E3ECB0CD92B}" srcOrd="0" destOrd="0" presId="urn:microsoft.com/office/officeart/2008/layout/LinedList"/>
    <dgm:cxn modelId="{B6EB6C4A-B923-4AD2-9364-7FD7B2A62365}" srcId="{4ED36019-3E80-4F16-8474-7DE4EF838884}" destId="{4EC1CC62-8493-42A8-B619-D69B83B1808B}" srcOrd="4" destOrd="0" parTransId="{4847F613-B5DD-4637-9903-E14135AD61D1}" sibTransId="{A319E0E6-86FB-4ED9-B5CF-835A0A620805}"/>
    <dgm:cxn modelId="{BBB69E4B-02BA-41AD-B68C-B49335B255BC}" srcId="{4ED36019-3E80-4F16-8474-7DE4EF838884}" destId="{AF214EE4-2D62-4A43-BEC2-E0B0F4A8C0DD}" srcOrd="6" destOrd="0" parTransId="{AC531D02-43C5-4C08-8744-8F308F9E4E43}" sibTransId="{EEDF7DA1-83D9-4490-88F4-CB7AF85B9D22}"/>
    <dgm:cxn modelId="{C2DF0072-7ECA-4DBF-9340-C3C6894BA70C}" type="presOf" srcId="{178C1C1B-6877-4AD0-B518-1236A955C199}" destId="{049E2C5B-879E-4A59-ADBD-4F6EB0802278}" srcOrd="0" destOrd="0" presId="urn:microsoft.com/office/officeart/2008/layout/LinedList"/>
    <dgm:cxn modelId="{F721A186-B5A0-4388-B1BE-A5667457F92A}" type="presOf" srcId="{4ED36019-3E80-4F16-8474-7DE4EF838884}" destId="{8C7BC357-8978-4AF3-9F77-60FFEF7A0C23}" srcOrd="0" destOrd="0" presId="urn:microsoft.com/office/officeart/2008/layout/LinedList"/>
    <dgm:cxn modelId="{BDAF199E-276D-4C0B-9132-7B617A33B2FA}" type="presOf" srcId="{20F68013-584A-4608-A4F5-382386EF71CF}" destId="{8F09B247-DA58-4C10-92B9-C2CDDD5A0076}" srcOrd="0" destOrd="0" presId="urn:microsoft.com/office/officeart/2008/layout/LinedList"/>
    <dgm:cxn modelId="{727FC8A0-62BD-4FDB-9350-3A90498A2E3A}" type="presOf" srcId="{430E8258-D5C7-49E7-B009-CCB171715DC4}" destId="{6C4D2252-0B42-476E-8758-008F121B8911}" srcOrd="0" destOrd="0" presId="urn:microsoft.com/office/officeart/2008/layout/LinedList"/>
    <dgm:cxn modelId="{9B23BFA3-4325-42B0-845D-D85BF3FB1A2E}" srcId="{4ED36019-3E80-4F16-8474-7DE4EF838884}" destId="{47962DD5-6AD9-493A-8A06-37C8503AAC6C}" srcOrd="2" destOrd="0" parTransId="{4768E798-4399-4411-9A29-EED33BCD73FF}" sibTransId="{1743376F-88A4-4B6C-94DF-C8B1DBE131A9}"/>
    <dgm:cxn modelId="{C8C783A6-77E4-482D-9A5F-7FE553E7FFF1}" type="presOf" srcId="{47962DD5-6AD9-493A-8A06-37C8503AAC6C}" destId="{2409EDEA-D9AD-4728-BA3A-51A678E909ED}" srcOrd="0" destOrd="0" presId="urn:microsoft.com/office/officeart/2008/layout/LinedList"/>
    <dgm:cxn modelId="{2C2A94A9-B97D-44A9-880C-48A963E819DC}" srcId="{4ED36019-3E80-4F16-8474-7DE4EF838884}" destId="{430E8258-D5C7-49E7-B009-CCB171715DC4}" srcOrd="5" destOrd="0" parTransId="{42FAFB88-EA6E-4A1F-9F4A-384D213E537A}" sibTransId="{68B9426B-4478-4FBE-8656-5955D9F205B4}"/>
    <dgm:cxn modelId="{A16FF7BC-25C6-45BD-90D9-488DACBBA22C}" type="presOf" srcId="{AF214EE4-2D62-4A43-BEC2-E0B0F4A8C0DD}" destId="{1F28ACF1-1B7E-44B3-8E94-6CAD098787D4}" srcOrd="0" destOrd="0" presId="urn:microsoft.com/office/officeart/2008/layout/LinedList"/>
    <dgm:cxn modelId="{3138C5E9-2E28-4183-BD86-DAA363627D5B}" type="presOf" srcId="{4EC1CC62-8493-42A8-B619-D69B83B1808B}" destId="{6ED4F0CD-FF0A-4AFC-B57C-A920E73D09EC}" srcOrd="0" destOrd="0" presId="urn:microsoft.com/office/officeart/2008/layout/LinedList"/>
    <dgm:cxn modelId="{410F7189-C29C-473F-800E-C0A365A89AA8}" type="presParOf" srcId="{8C7BC357-8978-4AF3-9F77-60FFEF7A0C23}" destId="{221B980A-D16B-495A-8371-D5E1EFA12C42}" srcOrd="0" destOrd="0" presId="urn:microsoft.com/office/officeart/2008/layout/LinedList"/>
    <dgm:cxn modelId="{4E4D1A6C-ABBE-4C80-A955-BDBF480672FD}" type="presParOf" srcId="{8C7BC357-8978-4AF3-9F77-60FFEF7A0C23}" destId="{AD991AC6-3EFC-458E-AB24-CF7F1FC2704C}" srcOrd="1" destOrd="0" presId="urn:microsoft.com/office/officeart/2008/layout/LinedList"/>
    <dgm:cxn modelId="{1EFA3143-C7CF-4300-BFC1-21451ABD88BB}" type="presParOf" srcId="{AD991AC6-3EFC-458E-AB24-CF7F1FC2704C}" destId="{049E2C5B-879E-4A59-ADBD-4F6EB0802278}" srcOrd="0" destOrd="0" presId="urn:microsoft.com/office/officeart/2008/layout/LinedList"/>
    <dgm:cxn modelId="{AA2C6D16-4B43-4857-A6F7-E76F547033E9}" type="presParOf" srcId="{AD991AC6-3EFC-458E-AB24-CF7F1FC2704C}" destId="{7CFD7A82-CD07-4835-85ED-79FC33035AD5}" srcOrd="1" destOrd="0" presId="urn:microsoft.com/office/officeart/2008/layout/LinedList"/>
    <dgm:cxn modelId="{4D7D8A8A-BF8C-4870-B27B-FEB10510FD7F}" type="presParOf" srcId="{8C7BC357-8978-4AF3-9F77-60FFEF7A0C23}" destId="{0E7004D1-E393-473B-856F-AB564D0D221C}" srcOrd="2" destOrd="0" presId="urn:microsoft.com/office/officeart/2008/layout/LinedList"/>
    <dgm:cxn modelId="{E2626742-D157-4ED2-A34C-1F0A9BA25256}" type="presParOf" srcId="{8C7BC357-8978-4AF3-9F77-60FFEF7A0C23}" destId="{BB26E8AB-CE61-4C88-AD17-00EA2F538E51}" srcOrd="3" destOrd="0" presId="urn:microsoft.com/office/officeart/2008/layout/LinedList"/>
    <dgm:cxn modelId="{5FF9310D-009F-4AB8-82EE-E4CFD80D24EA}" type="presParOf" srcId="{BB26E8AB-CE61-4C88-AD17-00EA2F538E51}" destId="{8F09B247-DA58-4C10-92B9-C2CDDD5A0076}" srcOrd="0" destOrd="0" presId="urn:microsoft.com/office/officeart/2008/layout/LinedList"/>
    <dgm:cxn modelId="{2AFDF596-1376-4D2A-9467-ABA0F108C635}" type="presParOf" srcId="{BB26E8AB-CE61-4C88-AD17-00EA2F538E51}" destId="{67ED7D38-22CA-42B0-890D-46761F3C9F23}" srcOrd="1" destOrd="0" presId="urn:microsoft.com/office/officeart/2008/layout/LinedList"/>
    <dgm:cxn modelId="{66438D37-E414-42FF-A9C8-3D9C48D4C292}" type="presParOf" srcId="{8C7BC357-8978-4AF3-9F77-60FFEF7A0C23}" destId="{2254DF84-00EF-45FE-AF89-5EE39B40B6A3}" srcOrd="4" destOrd="0" presId="urn:microsoft.com/office/officeart/2008/layout/LinedList"/>
    <dgm:cxn modelId="{B8232685-EB2E-45E9-90F3-BDD6D79DA0C8}" type="presParOf" srcId="{8C7BC357-8978-4AF3-9F77-60FFEF7A0C23}" destId="{2346ABCB-5AE0-496C-85D2-865479F0CA4D}" srcOrd="5" destOrd="0" presId="urn:microsoft.com/office/officeart/2008/layout/LinedList"/>
    <dgm:cxn modelId="{F4C7E979-B881-47B4-893A-F020090C7D47}" type="presParOf" srcId="{2346ABCB-5AE0-496C-85D2-865479F0CA4D}" destId="{2409EDEA-D9AD-4728-BA3A-51A678E909ED}" srcOrd="0" destOrd="0" presId="urn:microsoft.com/office/officeart/2008/layout/LinedList"/>
    <dgm:cxn modelId="{EDAC67B7-3E44-46E8-89ED-3B8DB331DA75}" type="presParOf" srcId="{2346ABCB-5AE0-496C-85D2-865479F0CA4D}" destId="{A187238B-5703-4B8E-8899-842E13D38FA3}" srcOrd="1" destOrd="0" presId="urn:microsoft.com/office/officeart/2008/layout/LinedList"/>
    <dgm:cxn modelId="{889EDF80-4371-4F8D-961F-6B1836ED2438}" type="presParOf" srcId="{8C7BC357-8978-4AF3-9F77-60FFEF7A0C23}" destId="{EB8C643C-F453-4815-B82D-084AB4B4F071}" srcOrd="6" destOrd="0" presId="urn:microsoft.com/office/officeart/2008/layout/LinedList"/>
    <dgm:cxn modelId="{31905D21-A2AC-4F9A-B389-0B0F55001B5A}" type="presParOf" srcId="{8C7BC357-8978-4AF3-9F77-60FFEF7A0C23}" destId="{0FAFF0C9-1656-4569-B611-3ACAFBBAF346}" srcOrd="7" destOrd="0" presId="urn:microsoft.com/office/officeart/2008/layout/LinedList"/>
    <dgm:cxn modelId="{24CC7C0C-4D83-4F3E-BE64-7E30F628D97A}" type="presParOf" srcId="{0FAFF0C9-1656-4569-B611-3ACAFBBAF346}" destId="{CB829851-82E4-4750-9174-7E3ECB0CD92B}" srcOrd="0" destOrd="0" presId="urn:microsoft.com/office/officeart/2008/layout/LinedList"/>
    <dgm:cxn modelId="{A90D0865-611C-41B7-9F2F-0F64397531FA}" type="presParOf" srcId="{0FAFF0C9-1656-4569-B611-3ACAFBBAF346}" destId="{BBE8D57F-5926-4A2A-AD1F-D79668974C13}" srcOrd="1" destOrd="0" presId="urn:microsoft.com/office/officeart/2008/layout/LinedList"/>
    <dgm:cxn modelId="{EBFD7C08-D1A4-4967-8B78-CFAB9B92C3D7}" type="presParOf" srcId="{8C7BC357-8978-4AF3-9F77-60FFEF7A0C23}" destId="{B9757EA8-0084-454D-A1D8-81AC223009B4}" srcOrd="8" destOrd="0" presId="urn:microsoft.com/office/officeart/2008/layout/LinedList"/>
    <dgm:cxn modelId="{408D9CC8-D2F1-4BDD-9E30-5F0616480E82}" type="presParOf" srcId="{8C7BC357-8978-4AF3-9F77-60FFEF7A0C23}" destId="{C48DB689-AC30-4436-9797-84FA39FA27D4}" srcOrd="9" destOrd="0" presId="urn:microsoft.com/office/officeart/2008/layout/LinedList"/>
    <dgm:cxn modelId="{8DA2E3F9-423A-49DE-B6BF-B4CF71A89F68}" type="presParOf" srcId="{C48DB689-AC30-4436-9797-84FA39FA27D4}" destId="{6ED4F0CD-FF0A-4AFC-B57C-A920E73D09EC}" srcOrd="0" destOrd="0" presId="urn:microsoft.com/office/officeart/2008/layout/LinedList"/>
    <dgm:cxn modelId="{54D000BC-A518-4A70-A425-DD8A3A15862D}" type="presParOf" srcId="{C48DB689-AC30-4436-9797-84FA39FA27D4}" destId="{30855C39-7ED5-4AB9-9795-C31D9CF472AC}" srcOrd="1" destOrd="0" presId="urn:microsoft.com/office/officeart/2008/layout/LinedList"/>
    <dgm:cxn modelId="{E2DF6BCA-DE23-4F0A-9CF8-2852027636F9}" type="presParOf" srcId="{8C7BC357-8978-4AF3-9F77-60FFEF7A0C23}" destId="{9156AD25-5992-40DA-810C-15216EEC3D4B}" srcOrd="10" destOrd="0" presId="urn:microsoft.com/office/officeart/2008/layout/LinedList"/>
    <dgm:cxn modelId="{CA82A3A0-1331-405F-B7A9-175360ABBCE9}" type="presParOf" srcId="{8C7BC357-8978-4AF3-9F77-60FFEF7A0C23}" destId="{01E6D243-0D88-4933-994F-3D6A730376CC}" srcOrd="11" destOrd="0" presId="urn:microsoft.com/office/officeart/2008/layout/LinedList"/>
    <dgm:cxn modelId="{0621507F-F247-450B-9CB6-45E936FF9BE3}" type="presParOf" srcId="{01E6D243-0D88-4933-994F-3D6A730376CC}" destId="{6C4D2252-0B42-476E-8758-008F121B8911}" srcOrd="0" destOrd="0" presId="urn:microsoft.com/office/officeart/2008/layout/LinedList"/>
    <dgm:cxn modelId="{0C27BA74-30CE-409B-AE74-D375C07D97FA}" type="presParOf" srcId="{01E6D243-0D88-4933-994F-3D6A730376CC}" destId="{85675CDE-CF13-45D9-9F00-EF0DEB719D61}" srcOrd="1" destOrd="0" presId="urn:microsoft.com/office/officeart/2008/layout/LinedList"/>
    <dgm:cxn modelId="{D0750DD1-BFDF-4BE8-B18B-AD4F366B8B93}" type="presParOf" srcId="{8C7BC357-8978-4AF3-9F77-60FFEF7A0C23}" destId="{044F40D0-95CB-4510-9460-6B3EB9982646}" srcOrd="12" destOrd="0" presId="urn:microsoft.com/office/officeart/2008/layout/LinedList"/>
    <dgm:cxn modelId="{40E13D6C-C36F-4157-8F2C-A995C8A94C4E}" type="presParOf" srcId="{8C7BC357-8978-4AF3-9F77-60FFEF7A0C23}" destId="{CC2BFF99-9056-4178-BFDF-9E6F5E3A70DA}" srcOrd="13" destOrd="0" presId="urn:microsoft.com/office/officeart/2008/layout/LinedList"/>
    <dgm:cxn modelId="{7004A909-BA9B-4F84-B590-37B4CE4A82E3}" type="presParOf" srcId="{CC2BFF99-9056-4178-BFDF-9E6F5E3A70DA}" destId="{1F28ACF1-1B7E-44B3-8E94-6CAD098787D4}" srcOrd="0" destOrd="0" presId="urn:microsoft.com/office/officeart/2008/layout/LinedList"/>
    <dgm:cxn modelId="{E7A1DE43-565A-48A0-9A76-2181A2B348AD}" type="presParOf" srcId="{CC2BFF99-9056-4178-BFDF-9E6F5E3A70DA}" destId="{0860E326-DDD6-4E2D-953E-FE4E423CB0D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D36019-3E80-4F16-8474-7DE4EF838884}"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5E56D72F-1C47-4481-93A8-1394089CBF17}">
      <dgm:prSet/>
      <dgm:spPr/>
      <dgm:t>
        <a:bodyPr/>
        <a:lstStyle/>
        <a:p>
          <a:r>
            <a:rPr lang="tr-TR" dirty="0"/>
            <a:t>In the Upcomming Video:</a:t>
          </a:r>
          <a:endParaRPr lang="en-US" dirty="0"/>
        </a:p>
      </dgm:t>
    </dgm:pt>
    <dgm:pt modelId="{F931F02C-7257-4BA8-BB34-2B160CCD90D9}" type="parTrans" cxnId="{8546F70D-BF0F-4C2D-B0DC-A55FB33922D0}">
      <dgm:prSet/>
      <dgm:spPr/>
      <dgm:t>
        <a:bodyPr/>
        <a:lstStyle/>
        <a:p>
          <a:endParaRPr lang="en-US"/>
        </a:p>
      </dgm:t>
    </dgm:pt>
    <dgm:pt modelId="{7BEA6C92-9393-4A1B-9ED1-0957E648D5C3}" type="sibTrans" cxnId="{8546F70D-BF0F-4C2D-B0DC-A55FB33922D0}">
      <dgm:prSet/>
      <dgm:spPr/>
      <dgm:t>
        <a:bodyPr/>
        <a:lstStyle/>
        <a:p>
          <a:endParaRPr lang="en-US"/>
        </a:p>
      </dgm:t>
    </dgm:pt>
    <dgm:pt modelId="{76C21188-DAFE-4BEE-B915-F41D3C7EC3CA}">
      <dgm:prSet/>
      <dgm:spPr/>
      <dgm:t>
        <a:bodyPr/>
        <a:lstStyle/>
        <a:p>
          <a:r>
            <a:rPr lang="tr-TR" dirty="0"/>
            <a:t>Source code is lost. There was no disaster recovery solution or backup exists.</a:t>
          </a:r>
          <a:endParaRPr lang="en-US" dirty="0"/>
        </a:p>
      </dgm:t>
    </dgm:pt>
    <dgm:pt modelId="{265C00B4-005F-4557-8F0B-318B3DF22C97}" type="parTrans" cxnId="{CA1D6193-A6F1-49E4-BED9-84B8F7A0A4A0}">
      <dgm:prSet/>
      <dgm:spPr/>
      <dgm:t>
        <a:bodyPr/>
        <a:lstStyle/>
        <a:p>
          <a:endParaRPr lang="en-US"/>
        </a:p>
      </dgm:t>
    </dgm:pt>
    <dgm:pt modelId="{82E484EE-B6F2-4747-911F-FF29BAD83807}" type="sibTrans" cxnId="{CA1D6193-A6F1-49E4-BED9-84B8F7A0A4A0}">
      <dgm:prSet/>
      <dgm:spPr/>
      <dgm:t>
        <a:bodyPr/>
        <a:lstStyle/>
        <a:p>
          <a:endParaRPr lang="en-US"/>
        </a:p>
      </dgm:t>
    </dgm:pt>
    <dgm:pt modelId="{239FF03C-DDEC-4913-8A37-8827DA72FFE8}">
      <dgm:prSet/>
      <dgm:spPr/>
      <dgm:t>
        <a:bodyPr/>
        <a:lstStyle/>
        <a:p>
          <a:r>
            <a:rPr lang="tr-TR" dirty="0"/>
            <a:t>Developers are retired or resigned, but assume I know all the user stories.</a:t>
          </a:r>
          <a:endParaRPr lang="en-US" dirty="0"/>
        </a:p>
      </dgm:t>
    </dgm:pt>
    <dgm:pt modelId="{1F08CC16-9381-4A5E-BF06-7FAEA1A99748}" type="parTrans" cxnId="{4C5E68C9-1405-4284-B69B-0989B8D89D5A}">
      <dgm:prSet/>
      <dgm:spPr/>
      <dgm:t>
        <a:bodyPr/>
        <a:lstStyle/>
        <a:p>
          <a:endParaRPr lang="en-US"/>
        </a:p>
      </dgm:t>
    </dgm:pt>
    <dgm:pt modelId="{921CD0AF-2CA3-48B9-B058-611FF166E635}" type="sibTrans" cxnId="{4C5E68C9-1405-4284-B69B-0989B8D89D5A}">
      <dgm:prSet/>
      <dgm:spPr/>
      <dgm:t>
        <a:bodyPr/>
        <a:lstStyle/>
        <a:p>
          <a:endParaRPr lang="en-US"/>
        </a:p>
      </dgm:t>
    </dgm:pt>
    <dgm:pt modelId="{6E3E4827-4191-4614-B105-61E46A2D53DF}">
      <dgm:prSet/>
      <dgm:spPr/>
      <dgm:t>
        <a:bodyPr/>
        <a:lstStyle/>
        <a:p>
          <a:r>
            <a:rPr lang="tr-TR" dirty="0"/>
            <a:t>My task will be create a POC version in .NET9 in 2 days. </a:t>
          </a:r>
          <a:endParaRPr lang="en-US" dirty="0"/>
        </a:p>
      </dgm:t>
    </dgm:pt>
    <dgm:pt modelId="{A269D609-18B9-4758-8EE8-67454B854062}" type="parTrans" cxnId="{69C2063C-42EA-4D8D-8145-6813E18168C4}">
      <dgm:prSet/>
      <dgm:spPr/>
      <dgm:t>
        <a:bodyPr/>
        <a:lstStyle/>
        <a:p>
          <a:endParaRPr lang="en-US"/>
        </a:p>
      </dgm:t>
    </dgm:pt>
    <dgm:pt modelId="{B109630D-C923-4B73-B192-8D89FF21CE99}" type="sibTrans" cxnId="{69C2063C-42EA-4D8D-8145-6813E18168C4}">
      <dgm:prSet/>
      <dgm:spPr/>
      <dgm:t>
        <a:bodyPr/>
        <a:lstStyle/>
        <a:p>
          <a:endParaRPr lang="en-US"/>
        </a:p>
      </dgm:t>
    </dgm:pt>
    <dgm:pt modelId="{8D8347DF-5DB6-4752-8D50-2471ECA3D602}">
      <dgm:prSet/>
      <dgm:spPr/>
      <dgm:t>
        <a:bodyPr/>
        <a:lstStyle/>
        <a:p>
          <a:r>
            <a:rPr lang="tr-TR" dirty="0"/>
            <a:t>We have only the database backup from a customer</a:t>
          </a:r>
          <a:endParaRPr lang="en-US" dirty="0"/>
        </a:p>
      </dgm:t>
    </dgm:pt>
    <dgm:pt modelId="{D0220FCB-73B0-4556-8B2F-BE4B13BBE7D1}" type="parTrans" cxnId="{9456328E-68ED-42B3-9E17-71F8403F2793}">
      <dgm:prSet/>
      <dgm:spPr/>
      <dgm:t>
        <a:bodyPr/>
        <a:lstStyle/>
        <a:p>
          <a:endParaRPr lang="en-US"/>
        </a:p>
      </dgm:t>
    </dgm:pt>
    <dgm:pt modelId="{BF8632BD-5E11-490F-9D86-FFEB8B2D3DD3}" type="sibTrans" cxnId="{9456328E-68ED-42B3-9E17-71F8403F2793}">
      <dgm:prSet/>
      <dgm:spPr/>
      <dgm:t>
        <a:bodyPr/>
        <a:lstStyle/>
        <a:p>
          <a:endParaRPr lang="en-US"/>
        </a:p>
      </dgm:t>
    </dgm:pt>
    <dgm:pt modelId="{43A32010-E3C9-4ADB-A0F3-4739F1C65CC0}">
      <dgm:prSet/>
      <dgm:spPr/>
      <dgm:t>
        <a:bodyPr/>
        <a:lstStyle/>
        <a:p>
          <a:r>
            <a:rPr lang="tr-TR" dirty="0"/>
            <a:t>Schema</a:t>
          </a:r>
          <a:r>
            <a:rPr lang="en-US" dirty="0"/>
            <a:t> does not change from customer to customer.</a:t>
          </a:r>
        </a:p>
      </dgm:t>
    </dgm:pt>
    <dgm:pt modelId="{074B3D1F-0D02-4478-963A-C556E24A7143}" type="parTrans" cxnId="{23B80886-2A99-4A1B-8DBC-17AFC3F5B33E}">
      <dgm:prSet/>
      <dgm:spPr/>
      <dgm:t>
        <a:bodyPr/>
        <a:lstStyle/>
        <a:p>
          <a:endParaRPr lang="en-US"/>
        </a:p>
      </dgm:t>
    </dgm:pt>
    <dgm:pt modelId="{BE610F0A-1A8E-40BD-85F8-4F6AA82B7E14}" type="sibTrans" cxnId="{23B80886-2A99-4A1B-8DBC-17AFC3F5B33E}">
      <dgm:prSet/>
      <dgm:spPr/>
      <dgm:t>
        <a:bodyPr/>
        <a:lstStyle/>
        <a:p>
          <a:endParaRPr lang="en-US"/>
        </a:p>
      </dgm:t>
    </dgm:pt>
    <dgm:pt modelId="{11264461-F060-4CB4-811E-6D9E96516603}">
      <dgm:prSet/>
      <dgm:spPr/>
      <dgm:t>
        <a:bodyPr/>
        <a:lstStyle/>
        <a:p>
          <a:r>
            <a:rPr lang="tr-TR" dirty="0"/>
            <a:t>I will start a .NET 9 Migration example.</a:t>
          </a:r>
          <a:endParaRPr lang="en-US" dirty="0"/>
        </a:p>
      </dgm:t>
    </dgm:pt>
    <dgm:pt modelId="{2BD45395-EB9E-43C9-BEF2-49D8CDCD82DF}" type="parTrans" cxnId="{1C9B0696-1BFF-48A5-B43C-2A841EAB73F7}">
      <dgm:prSet/>
      <dgm:spPr/>
      <dgm:t>
        <a:bodyPr/>
        <a:lstStyle/>
        <a:p>
          <a:endParaRPr lang="en-US"/>
        </a:p>
      </dgm:t>
    </dgm:pt>
    <dgm:pt modelId="{C4BA67C2-A63D-4327-B990-5529671378ED}" type="sibTrans" cxnId="{1C9B0696-1BFF-48A5-B43C-2A841EAB73F7}">
      <dgm:prSet/>
      <dgm:spPr/>
      <dgm:t>
        <a:bodyPr/>
        <a:lstStyle/>
        <a:p>
          <a:endParaRPr lang="en-US"/>
        </a:p>
      </dgm:t>
    </dgm:pt>
    <dgm:pt modelId="{23560E64-3AA5-4FD3-8168-E886B8EE31E4}">
      <dgm:prSet/>
      <dgm:spPr/>
      <dgm:t>
        <a:bodyPr/>
        <a:lstStyle/>
        <a:p>
          <a:r>
            <a:rPr lang="tr-TR"/>
            <a:t>I </a:t>
          </a:r>
          <a:r>
            <a:rPr lang="tr-TR" dirty="0"/>
            <a:t>will assume there is an application deployed as an B2B application to several high paying customers.</a:t>
          </a:r>
          <a:endParaRPr lang="en-US" dirty="0"/>
        </a:p>
      </dgm:t>
    </dgm:pt>
    <dgm:pt modelId="{CF9C0B46-3F8F-4342-A684-CFC8603AC04E}" type="parTrans" cxnId="{2288B3CC-4835-4710-BAA6-C8B1FE257E0D}">
      <dgm:prSet/>
      <dgm:spPr/>
      <dgm:t>
        <a:bodyPr/>
        <a:lstStyle/>
        <a:p>
          <a:endParaRPr lang="en-US"/>
        </a:p>
      </dgm:t>
    </dgm:pt>
    <dgm:pt modelId="{CF4BF96C-66FC-4EB4-9C85-8848C4BFDFC3}" type="sibTrans" cxnId="{2288B3CC-4835-4710-BAA6-C8B1FE257E0D}">
      <dgm:prSet/>
      <dgm:spPr/>
      <dgm:t>
        <a:bodyPr/>
        <a:lstStyle/>
        <a:p>
          <a:endParaRPr lang="en-US"/>
        </a:p>
      </dgm:t>
    </dgm:pt>
    <dgm:pt modelId="{59A563C9-C29D-4D3E-8576-145106010CDD}" type="pres">
      <dgm:prSet presAssocID="{4ED36019-3E80-4F16-8474-7DE4EF838884}" presName="vert0" presStyleCnt="0">
        <dgm:presLayoutVars>
          <dgm:dir/>
          <dgm:animOne val="branch"/>
          <dgm:animLvl val="lvl"/>
        </dgm:presLayoutVars>
      </dgm:prSet>
      <dgm:spPr/>
    </dgm:pt>
    <dgm:pt modelId="{537A850D-10A7-4E6F-826E-065FBF1C31EB}" type="pres">
      <dgm:prSet presAssocID="{5E56D72F-1C47-4481-93A8-1394089CBF17}" presName="thickLine" presStyleLbl="alignNode1" presStyleIdx="0" presStyleCnt="8"/>
      <dgm:spPr/>
    </dgm:pt>
    <dgm:pt modelId="{70C8AE78-50A0-4C80-AB88-09B23726216F}" type="pres">
      <dgm:prSet presAssocID="{5E56D72F-1C47-4481-93A8-1394089CBF17}" presName="horz1" presStyleCnt="0"/>
      <dgm:spPr/>
    </dgm:pt>
    <dgm:pt modelId="{9DFA03AE-4393-4E6B-BEE7-D15AF24BBFE5}" type="pres">
      <dgm:prSet presAssocID="{5E56D72F-1C47-4481-93A8-1394089CBF17}" presName="tx1" presStyleLbl="revTx" presStyleIdx="0" presStyleCnt="8"/>
      <dgm:spPr/>
    </dgm:pt>
    <dgm:pt modelId="{476E2B0F-59E9-4A86-93BE-3AB58081B834}" type="pres">
      <dgm:prSet presAssocID="{5E56D72F-1C47-4481-93A8-1394089CBF17}" presName="vert1" presStyleCnt="0"/>
      <dgm:spPr/>
    </dgm:pt>
    <dgm:pt modelId="{BFC0E88D-7AA5-4E30-A3B6-3C0798387A62}" type="pres">
      <dgm:prSet presAssocID="{11264461-F060-4CB4-811E-6D9E96516603}" presName="thickLine" presStyleLbl="alignNode1" presStyleIdx="1" presStyleCnt="8"/>
      <dgm:spPr/>
    </dgm:pt>
    <dgm:pt modelId="{C6B3F8CF-9957-4D97-8079-E1C31573AF66}" type="pres">
      <dgm:prSet presAssocID="{11264461-F060-4CB4-811E-6D9E96516603}" presName="horz1" presStyleCnt="0"/>
      <dgm:spPr/>
    </dgm:pt>
    <dgm:pt modelId="{109E9B4C-203B-4F2B-B9D5-33A330F5112B}" type="pres">
      <dgm:prSet presAssocID="{11264461-F060-4CB4-811E-6D9E96516603}" presName="tx1" presStyleLbl="revTx" presStyleIdx="1" presStyleCnt="8"/>
      <dgm:spPr/>
    </dgm:pt>
    <dgm:pt modelId="{1BDF09D8-1856-401D-9295-4793E9E9FB8B}" type="pres">
      <dgm:prSet presAssocID="{11264461-F060-4CB4-811E-6D9E96516603}" presName="vert1" presStyleCnt="0"/>
      <dgm:spPr/>
    </dgm:pt>
    <dgm:pt modelId="{78093CBF-7E2D-4D7F-A67F-70A109A67E02}" type="pres">
      <dgm:prSet presAssocID="{23560E64-3AA5-4FD3-8168-E886B8EE31E4}" presName="thickLine" presStyleLbl="alignNode1" presStyleIdx="2" presStyleCnt="8"/>
      <dgm:spPr/>
    </dgm:pt>
    <dgm:pt modelId="{DBFCE1F0-5887-4C48-8082-8AC83A9590A4}" type="pres">
      <dgm:prSet presAssocID="{23560E64-3AA5-4FD3-8168-E886B8EE31E4}" presName="horz1" presStyleCnt="0"/>
      <dgm:spPr/>
    </dgm:pt>
    <dgm:pt modelId="{E2775353-79AF-4BB1-9763-ACD5EED18306}" type="pres">
      <dgm:prSet presAssocID="{23560E64-3AA5-4FD3-8168-E886B8EE31E4}" presName="tx1" presStyleLbl="revTx" presStyleIdx="2" presStyleCnt="8"/>
      <dgm:spPr/>
    </dgm:pt>
    <dgm:pt modelId="{836E8337-A6D6-4998-BA88-3A991305BCAF}" type="pres">
      <dgm:prSet presAssocID="{23560E64-3AA5-4FD3-8168-E886B8EE31E4}" presName="vert1" presStyleCnt="0"/>
      <dgm:spPr/>
    </dgm:pt>
    <dgm:pt modelId="{44F0ABB0-65BB-4938-A9B2-331690F06A6A}" type="pres">
      <dgm:prSet presAssocID="{76C21188-DAFE-4BEE-B915-F41D3C7EC3CA}" presName="thickLine" presStyleLbl="alignNode1" presStyleIdx="3" presStyleCnt="8"/>
      <dgm:spPr/>
    </dgm:pt>
    <dgm:pt modelId="{F9D36504-A9B8-4367-80B4-83C0FDDBCB12}" type="pres">
      <dgm:prSet presAssocID="{76C21188-DAFE-4BEE-B915-F41D3C7EC3CA}" presName="horz1" presStyleCnt="0"/>
      <dgm:spPr/>
    </dgm:pt>
    <dgm:pt modelId="{2901D472-7B62-4DE9-BD56-B7C748CE76EA}" type="pres">
      <dgm:prSet presAssocID="{76C21188-DAFE-4BEE-B915-F41D3C7EC3CA}" presName="tx1" presStyleLbl="revTx" presStyleIdx="3" presStyleCnt="8"/>
      <dgm:spPr/>
    </dgm:pt>
    <dgm:pt modelId="{8EF4A79B-C188-4A0E-A209-510650B28C95}" type="pres">
      <dgm:prSet presAssocID="{76C21188-DAFE-4BEE-B915-F41D3C7EC3CA}" presName="vert1" presStyleCnt="0"/>
      <dgm:spPr/>
    </dgm:pt>
    <dgm:pt modelId="{3FEA2086-076B-445F-90DA-8A4DDDB35422}" type="pres">
      <dgm:prSet presAssocID="{8D8347DF-5DB6-4752-8D50-2471ECA3D602}" presName="thickLine" presStyleLbl="alignNode1" presStyleIdx="4" presStyleCnt="8"/>
      <dgm:spPr/>
    </dgm:pt>
    <dgm:pt modelId="{7C337CE8-F2CA-4B6F-8D0F-551B8CEFC186}" type="pres">
      <dgm:prSet presAssocID="{8D8347DF-5DB6-4752-8D50-2471ECA3D602}" presName="horz1" presStyleCnt="0"/>
      <dgm:spPr/>
    </dgm:pt>
    <dgm:pt modelId="{6067C11A-DB31-4594-9B13-FA08081B63C0}" type="pres">
      <dgm:prSet presAssocID="{8D8347DF-5DB6-4752-8D50-2471ECA3D602}" presName="tx1" presStyleLbl="revTx" presStyleIdx="4" presStyleCnt="8"/>
      <dgm:spPr/>
    </dgm:pt>
    <dgm:pt modelId="{226A0DEC-A7C5-4284-9D38-EB7F294371FA}" type="pres">
      <dgm:prSet presAssocID="{8D8347DF-5DB6-4752-8D50-2471ECA3D602}" presName="vert1" presStyleCnt="0"/>
      <dgm:spPr/>
    </dgm:pt>
    <dgm:pt modelId="{429CEE5A-DAFB-4484-9E6A-F56FE444366A}" type="pres">
      <dgm:prSet presAssocID="{43A32010-E3C9-4ADB-A0F3-4739F1C65CC0}" presName="thickLine" presStyleLbl="alignNode1" presStyleIdx="5" presStyleCnt="8"/>
      <dgm:spPr/>
    </dgm:pt>
    <dgm:pt modelId="{F44433C9-45D7-4EDD-A3F0-3B0C9BBA79EF}" type="pres">
      <dgm:prSet presAssocID="{43A32010-E3C9-4ADB-A0F3-4739F1C65CC0}" presName="horz1" presStyleCnt="0"/>
      <dgm:spPr/>
    </dgm:pt>
    <dgm:pt modelId="{0B8798EF-8803-4837-AAB3-4CB562210CD6}" type="pres">
      <dgm:prSet presAssocID="{43A32010-E3C9-4ADB-A0F3-4739F1C65CC0}" presName="tx1" presStyleLbl="revTx" presStyleIdx="5" presStyleCnt="8"/>
      <dgm:spPr/>
    </dgm:pt>
    <dgm:pt modelId="{8D12F906-E70A-47B3-B30D-DBA2BA4025B2}" type="pres">
      <dgm:prSet presAssocID="{43A32010-E3C9-4ADB-A0F3-4739F1C65CC0}" presName="vert1" presStyleCnt="0"/>
      <dgm:spPr/>
    </dgm:pt>
    <dgm:pt modelId="{D2EDA58D-044A-4F68-9BD0-ADFD7762C0C3}" type="pres">
      <dgm:prSet presAssocID="{239FF03C-DDEC-4913-8A37-8827DA72FFE8}" presName="thickLine" presStyleLbl="alignNode1" presStyleIdx="6" presStyleCnt="8"/>
      <dgm:spPr/>
    </dgm:pt>
    <dgm:pt modelId="{22157E70-1F87-4F97-809E-777C02D4A1FD}" type="pres">
      <dgm:prSet presAssocID="{239FF03C-DDEC-4913-8A37-8827DA72FFE8}" presName="horz1" presStyleCnt="0"/>
      <dgm:spPr/>
    </dgm:pt>
    <dgm:pt modelId="{7D3B7343-678A-4A77-89FA-67C2E91B3E0F}" type="pres">
      <dgm:prSet presAssocID="{239FF03C-DDEC-4913-8A37-8827DA72FFE8}" presName="tx1" presStyleLbl="revTx" presStyleIdx="6" presStyleCnt="8"/>
      <dgm:spPr/>
    </dgm:pt>
    <dgm:pt modelId="{22528F96-C7D6-48BA-86DA-277F15663DDF}" type="pres">
      <dgm:prSet presAssocID="{239FF03C-DDEC-4913-8A37-8827DA72FFE8}" presName="vert1" presStyleCnt="0"/>
      <dgm:spPr/>
    </dgm:pt>
    <dgm:pt modelId="{77C9C9F4-2189-496D-B4D2-22E48136BCE5}" type="pres">
      <dgm:prSet presAssocID="{6E3E4827-4191-4614-B105-61E46A2D53DF}" presName="thickLine" presStyleLbl="alignNode1" presStyleIdx="7" presStyleCnt="8"/>
      <dgm:spPr/>
    </dgm:pt>
    <dgm:pt modelId="{03C34D34-EDB1-45AC-8BA5-17BD488BF5B2}" type="pres">
      <dgm:prSet presAssocID="{6E3E4827-4191-4614-B105-61E46A2D53DF}" presName="horz1" presStyleCnt="0"/>
      <dgm:spPr/>
    </dgm:pt>
    <dgm:pt modelId="{8CC070DA-A5EA-4128-B793-9AFC9BA672DE}" type="pres">
      <dgm:prSet presAssocID="{6E3E4827-4191-4614-B105-61E46A2D53DF}" presName="tx1" presStyleLbl="revTx" presStyleIdx="7" presStyleCnt="8"/>
      <dgm:spPr/>
    </dgm:pt>
    <dgm:pt modelId="{F8E4F71E-E2DB-47B1-ACBD-64597E731909}" type="pres">
      <dgm:prSet presAssocID="{6E3E4827-4191-4614-B105-61E46A2D53DF}" presName="vert1" presStyleCnt="0"/>
      <dgm:spPr/>
    </dgm:pt>
  </dgm:ptLst>
  <dgm:cxnLst>
    <dgm:cxn modelId="{12BCEA00-212D-461A-AA35-993CE361D796}" type="presOf" srcId="{23560E64-3AA5-4FD3-8168-E886B8EE31E4}" destId="{E2775353-79AF-4BB1-9763-ACD5EED18306}" srcOrd="0" destOrd="0" presId="urn:microsoft.com/office/officeart/2008/layout/LinedList"/>
    <dgm:cxn modelId="{8546F70D-BF0F-4C2D-B0DC-A55FB33922D0}" srcId="{4ED36019-3E80-4F16-8474-7DE4EF838884}" destId="{5E56D72F-1C47-4481-93A8-1394089CBF17}" srcOrd="0" destOrd="0" parTransId="{F931F02C-7257-4BA8-BB34-2B160CCD90D9}" sibTransId="{7BEA6C92-9393-4A1B-9ED1-0957E648D5C3}"/>
    <dgm:cxn modelId="{060E6810-F7F1-4ED2-9FCB-8C61C3A13876}" type="presOf" srcId="{76C21188-DAFE-4BEE-B915-F41D3C7EC3CA}" destId="{2901D472-7B62-4DE9-BD56-B7C748CE76EA}" srcOrd="0" destOrd="0" presId="urn:microsoft.com/office/officeart/2008/layout/LinedList"/>
    <dgm:cxn modelId="{E1A2C510-3201-4056-99A7-8F7A4BD87760}" type="presOf" srcId="{8D8347DF-5DB6-4752-8D50-2471ECA3D602}" destId="{6067C11A-DB31-4594-9B13-FA08081B63C0}" srcOrd="0" destOrd="0" presId="urn:microsoft.com/office/officeart/2008/layout/LinedList"/>
    <dgm:cxn modelId="{2E6A6F28-CC1A-4E8B-AD21-03F16B741E75}" type="presOf" srcId="{5E56D72F-1C47-4481-93A8-1394089CBF17}" destId="{9DFA03AE-4393-4E6B-BEE7-D15AF24BBFE5}" srcOrd="0" destOrd="0" presId="urn:microsoft.com/office/officeart/2008/layout/LinedList"/>
    <dgm:cxn modelId="{69C2063C-42EA-4D8D-8145-6813E18168C4}" srcId="{4ED36019-3E80-4F16-8474-7DE4EF838884}" destId="{6E3E4827-4191-4614-B105-61E46A2D53DF}" srcOrd="7" destOrd="0" parTransId="{A269D609-18B9-4758-8EE8-67454B854062}" sibTransId="{B109630D-C923-4B73-B192-8D89FF21CE99}"/>
    <dgm:cxn modelId="{1B648260-E2F5-43E2-843D-1B1588128539}" type="presOf" srcId="{11264461-F060-4CB4-811E-6D9E96516603}" destId="{109E9B4C-203B-4F2B-B9D5-33A330F5112B}" srcOrd="0" destOrd="0" presId="urn:microsoft.com/office/officeart/2008/layout/LinedList"/>
    <dgm:cxn modelId="{23B80886-2A99-4A1B-8DBC-17AFC3F5B33E}" srcId="{4ED36019-3E80-4F16-8474-7DE4EF838884}" destId="{43A32010-E3C9-4ADB-A0F3-4739F1C65CC0}" srcOrd="5" destOrd="0" parTransId="{074B3D1F-0D02-4478-963A-C556E24A7143}" sibTransId="{BE610F0A-1A8E-40BD-85F8-4F6AA82B7E14}"/>
    <dgm:cxn modelId="{9456328E-68ED-42B3-9E17-71F8403F2793}" srcId="{4ED36019-3E80-4F16-8474-7DE4EF838884}" destId="{8D8347DF-5DB6-4752-8D50-2471ECA3D602}" srcOrd="4" destOrd="0" parTransId="{D0220FCB-73B0-4556-8B2F-BE4B13BBE7D1}" sibTransId="{BF8632BD-5E11-490F-9D86-FFEB8B2D3DD3}"/>
    <dgm:cxn modelId="{CA1D6193-A6F1-49E4-BED9-84B8F7A0A4A0}" srcId="{4ED36019-3E80-4F16-8474-7DE4EF838884}" destId="{76C21188-DAFE-4BEE-B915-F41D3C7EC3CA}" srcOrd="3" destOrd="0" parTransId="{265C00B4-005F-4557-8F0B-318B3DF22C97}" sibTransId="{82E484EE-B6F2-4747-911F-FF29BAD83807}"/>
    <dgm:cxn modelId="{1C9B0696-1BFF-48A5-B43C-2A841EAB73F7}" srcId="{4ED36019-3E80-4F16-8474-7DE4EF838884}" destId="{11264461-F060-4CB4-811E-6D9E96516603}" srcOrd="1" destOrd="0" parTransId="{2BD45395-EB9E-43C9-BEF2-49D8CDCD82DF}" sibTransId="{C4BA67C2-A63D-4327-B990-5529671378ED}"/>
    <dgm:cxn modelId="{34636BB0-CB72-4119-8AE4-0A62F620D40B}" type="presOf" srcId="{43A32010-E3C9-4ADB-A0F3-4739F1C65CC0}" destId="{0B8798EF-8803-4837-AAB3-4CB562210CD6}" srcOrd="0" destOrd="0" presId="urn:microsoft.com/office/officeart/2008/layout/LinedList"/>
    <dgm:cxn modelId="{857029B2-8C89-469B-90B3-E74FF28BF9E3}" type="presOf" srcId="{4ED36019-3E80-4F16-8474-7DE4EF838884}" destId="{59A563C9-C29D-4D3E-8576-145106010CDD}" srcOrd="0" destOrd="0" presId="urn:microsoft.com/office/officeart/2008/layout/LinedList"/>
    <dgm:cxn modelId="{7B63F3B3-DC01-401B-AC45-CDDDB5A7440A}" type="presOf" srcId="{239FF03C-DDEC-4913-8A37-8827DA72FFE8}" destId="{7D3B7343-678A-4A77-89FA-67C2E91B3E0F}" srcOrd="0" destOrd="0" presId="urn:microsoft.com/office/officeart/2008/layout/LinedList"/>
    <dgm:cxn modelId="{4C5E68C9-1405-4284-B69B-0989B8D89D5A}" srcId="{4ED36019-3E80-4F16-8474-7DE4EF838884}" destId="{239FF03C-DDEC-4913-8A37-8827DA72FFE8}" srcOrd="6" destOrd="0" parTransId="{1F08CC16-9381-4A5E-BF06-7FAEA1A99748}" sibTransId="{921CD0AF-2CA3-48B9-B058-611FF166E635}"/>
    <dgm:cxn modelId="{2288B3CC-4835-4710-BAA6-C8B1FE257E0D}" srcId="{4ED36019-3E80-4F16-8474-7DE4EF838884}" destId="{23560E64-3AA5-4FD3-8168-E886B8EE31E4}" srcOrd="2" destOrd="0" parTransId="{CF9C0B46-3F8F-4342-A684-CFC8603AC04E}" sibTransId="{CF4BF96C-66FC-4EB4-9C85-8848C4BFDFC3}"/>
    <dgm:cxn modelId="{E1EA55EE-0EBF-48B3-9ABB-4F0A485E44DD}" type="presOf" srcId="{6E3E4827-4191-4614-B105-61E46A2D53DF}" destId="{8CC070DA-A5EA-4128-B793-9AFC9BA672DE}" srcOrd="0" destOrd="0" presId="urn:microsoft.com/office/officeart/2008/layout/LinedList"/>
    <dgm:cxn modelId="{18A50C79-EBE9-417C-994D-630DA5F90CB9}" type="presParOf" srcId="{59A563C9-C29D-4D3E-8576-145106010CDD}" destId="{537A850D-10A7-4E6F-826E-065FBF1C31EB}" srcOrd="0" destOrd="0" presId="urn:microsoft.com/office/officeart/2008/layout/LinedList"/>
    <dgm:cxn modelId="{681FA2E9-EBE2-4385-B548-9F69E25CD4DE}" type="presParOf" srcId="{59A563C9-C29D-4D3E-8576-145106010CDD}" destId="{70C8AE78-50A0-4C80-AB88-09B23726216F}" srcOrd="1" destOrd="0" presId="urn:microsoft.com/office/officeart/2008/layout/LinedList"/>
    <dgm:cxn modelId="{FF401E97-741A-4CB1-8201-855432B73BE9}" type="presParOf" srcId="{70C8AE78-50A0-4C80-AB88-09B23726216F}" destId="{9DFA03AE-4393-4E6B-BEE7-D15AF24BBFE5}" srcOrd="0" destOrd="0" presId="urn:microsoft.com/office/officeart/2008/layout/LinedList"/>
    <dgm:cxn modelId="{947ED178-71F1-4A49-A4E1-7269DC3AA7B4}" type="presParOf" srcId="{70C8AE78-50A0-4C80-AB88-09B23726216F}" destId="{476E2B0F-59E9-4A86-93BE-3AB58081B834}" srcOrd="1" destOrd="0" presId="urn:microsoft.com/office/officeart/2008/layout/LinedList"/>
    <dgm:cxn modelId="{6FE80028-DA19-4E47-8D73-4A55463137F6}" type="presParOf" srcId="{59A563C9-C29D-4D3E-8576-145106010CDD}" destId="{BFC0E88D-7AA5-4E30-A3B6-3C0798387A62}" srcOrd="2" destOrd="0" presId="urn:microsoft.com/office/officeart/2008/layout/LinedList"/>
    <dgm:cxn modelId="{ECBE29B6-F341-4199-A8DB-4193C8C2F6D3}" type="presParOf" srcId="{59A563C9-C29D-4D3E-8576-145106010CDD}" destId="{C6B3F8CF-9957-4D97-8079-E1C31573AF66}" srcOrd="3" destOrd="0" presId="urn:microsoft.com/office/officeart/2008/layout/LinedList"/>
    <dgm:cxn modelId="{2C1D25FC-012C-40F6-B1BC-15F9B138CFDE}" type="presParOf" srcId="{C6B3F8CF-9957-4D97-8079-E1C31573AF66}" destId="{109E9B4C-203B-4F2B-B9D5-33A330F5112B}" srcOrd="0" destOrd="0" presId="urn:microsoft.com/office/officeart/2008/layout/LinedList"/>
    <dgm:cxn modelId="{BE1F63DA-595E-423F-8777-AF2FC4350650}" type="presParOf" srcId="{C6B3F8CF-9957-4D97-8079-E1C31573AF66}" destId="{1BDF09D8-1856-401D-9295-4793E9E9FB8B}" srcOrd="1" destOrd="0" presId="urn:microsoft.com/office/officeart/2008/layout/LinedList"/>
    <dgm:cxn modelId="{2A3352A7-C397-463C-B9A6-D54BDF881BF2}" type="presParOf" srcId="{59A563C9-C29D-4D3E-8576-145106010CDD}" destId="{78093CBF-7E2D-4D7F-A67F-70A109A67E02}" srcOrd="4" destOrd="0" presId="urn:microsoft.com/office/officeart/2008/layout/LinedList"/>
    <dgm:cxn modelId="{AAE2290A-F76D-47D8-AA7D-43275CADDA82}" type="presParOf" srcId="{59A563C9-C29D-4D3E-8576-145106010CDD}" destId="{DBFCE1F0-5887-4C48-8082-8AC83A9590A4}" srcOrd="5" destOrd="0" presId="urn:microsoft.com/office/officeart/2008/layout/LinedList"/>
    <dgm:cxn modelId="{F2EEDE84-F8F9-4587-9CEF-37A9849C915B}" type="presParOf" srcId="{DBFCE1F0-5887-4C48-8082-8AC83A9590A4}" destId="{E2775353-79AF-4BB1-9763-ACD5EED18306}" srcOrd="0" destOrd="0" presId="urn:microsoft.com/office/officeart/2008/layout/LinedList"/>
    <dgm:cxn modelId="{7222D6A1-BBF8-4252-A8B3-338DA91BCF82}" type="presParOf" srcId="{DBFCE1F0-5887-4C48-8082-8AC83A9590A4}" destId="{836E8337-A6D6-4998-BA88-3A991305BCAF}" srcOrd="1" destOrd="0" presId="urn:microsoft.com/office/officeart/2008/layout/LinedList"/>
    <dgm:cxn modelId="{01AC0F97-3740-427C-B345-08001C2C5375}" type="presParOf" srcId="{59A563C9-C29D-4D3E-8576-145106010CDD}" destId="{44F0ABB0-65BB-4938-A9B2-331690F06A6A}" srcOrd="6" destOrd="0" presId="urn:microsoft.com/office/officeart/2008/layout/LinedList"/>
    <dgm:cxn modelId="{5DF0507F-9D97-46BE-B71A-97F01FD4468A}" type="presParOf" srcId="{59A563C9-C29D-4D3E-8576-145106010CDD}" destId="{F9D36504-A9B8-4367-80B4-83C0FDDBCB12}" srcOrd="7" destOrd="0" presId="urn:microsoft.com/office/officeart/2008/layout/LinedList"/>
    <dgm:cxn modelId="{728D854A-E775-4933-9055-91C00DC3CF51}" type="presParOf" srcId="{F9D36504-A9B8-4367-80B4-83C0FDDBCB12}" destId="{2901D472-7B62-4DE9-BD56-B7C748CE76EA}" srcOrd="0" destOrd="0" presId="urn:microsoft.com/office/officeart/2008/layout/LinedList"/>
    <dgm:cxn modelId="{DBD2955D-1A6A-4E21-8C35-BD2B97337E28}" type="presParOf" srcId="{F9D36504-A9B8-4367-80B4-83C0FDDBCB12}" destId="{8EF4A79B-C188-4A0E-A209-510650B28C95}" srcOrd="1" destOrd="0" presId="urn:microsoft.com/office/officeart/2008/layout/LinedList"/>
    <dgm:cxn modelId="{DD926FB8-EE50-4BDD-94F6-77443549019E}" type="presParOf" srcId="{59A563C9-C29D-4D3E-8576-145106010CDD}" destId="{3FEA2086-076B-445F-90DA-8A4DDDB35422}" srcOrd="8" destOrd="0" presId="urn:microsoft.com/office/officeart/2008/layout/LinedList"/>
    <dgm:cxn modelId="{83C805DF-FF83-4152-8987-E8F92417423F}" type="presParOf" srcId="{59A563C9-C29D-4D3E-8576-145106010CDD}" destId="{7C337CE8-F2CA-4B6F-8D0F-551B8CEFC186}" srcOrd="9" destOrd="0" presId="urn:microsoft.com/office/officeart/2008/layout/LinedList"/>
    <dgm:cxn modelId="{F0204052-DA47-4D9B-99C2-53EA77226B67}" type="presParOf" srcId="{7C337CE8-F2CA-4B6F-8D0F-551B8CEFC186}" destId="{6067C11A-DB31-4594-9B13-FA08081B63C0}" srcOrd="0" destOrd="0" presId="urn:microsoft.com/office/officeart/2008/layout/LinedList"/>
    <dgm:cxn modelId="{2CB1BCD4-5AC0-447E-A868-C22EBE0C8B02}" type="presParOf" srcId="{7C337CE8-F2CA-4B6F-8D0F-551B8CEFC186}" destId="{226A0DEC-A7C5-4284-9D38-EB7F294371FA}" srcOrd="1" destOrd="0" presId="urn:microsoft.com/office/officeart/2008/layout/LinedList"/>
    <dgm:cxn modelId="{9489992D-5F03-4268-B0E5-12B540AB6421}" type="presParOf" srcId="{59A563C9-C29D-4D3E-8576-145106010CDD}" destId="{429CEE5A-DAFB-4484-9E6A-F56FE444366A}" srcOrd="10" destOrd="0" presId="urn:microsoft.com/office/officeart/2008/layout/LinedList"/>
    <dgm:cxn modelId="{5D677654-3004-4E4E-B995-21E7D7D5817B}" type="presParOf" srcId="{59A563C9-C29D-4D3E-8576-145106010CDD}" destId="{F44433C9-45D7-4EDD-A3F0-3B0C9BBA79EF}" srcOrd="11" destOrd="0" presId="urn:microsoft.com/office/officeart/2008/layout/LinedList"/>
    <dgm:cxn modelId="{988A9EF7-C36A-4278-AE83-60B8CAF1EA29}" type="presParOf" srcId="{F44433C9-45D7-4EDD-A3F0-3B0C9BBA79EF}" destId="{0B8798EF-8803-4837-AAB3-4CB562210CD6}" srcOrd="0" destOrd="0" presId="urn:microsoft.com/office/officeart/2008/layout/LinedList"/>
    <dgm:cxn modelId="{8F5F40B6-1F06-44A7-91E1-A47E672E0F80}" type="presParOf" srcId="{F44433C9-45D7-4EDD-A3F0-3B0C9BBA79EF}" destId="{8D12F906-E70A-47B3-B30D-DBA2BA4025B2}" srcOrd="1" destOrd="0" presId="urn:microsoft.com/office/officeart/2008/layout/LinedList"/>
    <dgm:cxn modelId="{A309E2AD-4338-4CC2-A078-DBA04B38CB4B}" type="presParOf" srcId="{59A563C9-C29D-4D3E-8576-145106010CDD}" destId="{D2EDA58D-044A-4F68-9BD0-ADFD7762C0C3}" srcOrd="12" destOrd="0" presId="urn:microsoft.com/office/officeart/2008/layout/LinedList"/>
    <dgm:cxn modelId="{8EDCE90F-F4B4-4A06-8CC0-89BD20478638}" type="presParOf" srcId="{59A563C9-C29D-4D3E-8576-145106010CDD}" destId="{22157E70-1F87-4F97-809E-777C02D4A1FD}" srcOrd="13" destOrd="0" presId="urn:microsoft.com/office/officeart/2008/layout/LinedList"/>
    <dgm:cxn modelId="{2FF7D76C-F6C2-4E99-BA25-9D0E010BB866}" type="presParOf" srcId="{22157E70-1F87-4F97-809E-777C02D4A1FD}" destId="{7D3B7343-678A-4A77-89FA-67C2E91B3E0F}" srcOrd="0" destOrd="0" presId="urn:microsoft.com/office/officeart/2008/layout/LinedList"/>
    <dgm:cxn modelId="{626E5B5F-F6CD-4C83-81F3-7CDA709F5DF5}" type="presParOf" srcId="{22157E70-1F87-4F97-809E-777C02D4A1FD}" destId="{22528F96-C7D6-48BA-86DA-277F15663DDF}" srcOrd="1" destOrd="0" presId="urn:microsoft.com/office/officeart/2008/layout/LinedList"/>
    <dgm:cxn modelId="{A1E89D23-ACDB-44EB-9F68-7DD96A70F08E}" type="presParOf" srcId="{59A563C9-C29D-4D3E-8576-145106010CDD}" destId="{77C9C9F4-2189-496D-B4D2-22E48136BCE5}" srcOrd="14" destOrd="0" presId="urn:microsoft.com/office/officeart/2008/layout/LinedList"/>
    <dgm:cxn modelId="{BEAB5E1A-BC67-432A-99F8-A4DB1A23E4F3}" type="presParOf" srcId="{59A563C9-C29D-4D3E-8576-145106010CDD}" destId="{03C34D34-EDB1-45AC-8BA5-17BD488BF5B2}" srcOrd="15" destOrd="0" presId="urn:microsoft.com/office/officeart/2008/layout/LinedList"/>
    <dgm:cxn modelId="{093AAA41-4D0F-42D6-A796-1019BE154E5F}" type="presParOf" srcId="{03C34D34-EDB1-45AC-8BA5-17BD488BF5B2}" destId="{8CC070DA-A5EA-4128-B793-9AFC9BA672DE}" srcOrd="0" destOrd="0" presId="urn:microsoft.com/office/officeart/2008/layout/LinedList"/>
    <dgm:cxn modelId="{9998735F-21EA-44A5-9F5D-02F7400CE9F4}" type="presParOf" srcId="{03C34D34-EDB1-45AC-8BA5-17BD488BF5B2}" destId="{F8E4F71E-E2DB-47B1-ACBD-64597E73190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014DCA-BC17-401E-B663-C3144B45384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A52A81D-BB7E-4D85-B820-33BE74D2502C}">
      <dgm:prSet/>
      <dgm:spPr/>
      <dgm:t>
        <a:bodyPr/>
        <a:lstStyle/>
        <a:p>
          <a:pPr>
            <a:lnSpc>
              <a:spcPct val="100000"/>
            </a:lnSpc>
          </a:pPr>
          <a:r>
            <a:rPr lang="tr-TR" b="0" i="0" dirty="0"/>
            <a:t>Don’t forget to SUBSCRIBE the channel.</a:t>
          </a:r>
          <a:endParaRPr lang="en-US" dirty="0"/>
        </a:p>
      </dgm:t>
    </dgm:pt>
    <dgm:pt modelId="{2B5CA20E-F419-48DE-A1C8-A7585EA45457}" type="parTrans" cxnId="{10115F23-585C-42AB-A6B9-CDB39FCF4CD7}">
      <dgm:prSet/>
      <dgm:spPr/>
      <dgm:t>
        <a:bodyPr/>
        <a:lstStyle/>
        <a:p>
          <a:endParaRPr lang="en-US"/>
        </a:p>
      </dgm:t>
    </dgm:pt>
    <dgm:pt modelId="{4598ABA9-3E54-459C-960E-C9A9D3C12EAF}" type="sibTrans" cxnId="{10115F23-585C-42AB-A6B9-CDB39FCF4CD7}">
      <dgm:prSet/>
      <dgm:spPr/>
      <dgm:t>
        <a:bodyPr/>
        <a:lstStyle/>
        <a:p>
          <a:pPr>
            <a:lnSpc>
              <a:spcPct val="100000"/>
            </a:lnSpc>
          </a:pPr>
          <a:endParaRPr lang="en-US"/>
        </a:p>
      </dgm:t>
    </dgm:pt>
    <dgm:pt modelId="{4CE922BC-BB92-49F8-AFEA-9A0CA5B2C6F7}">
      <dgm:prSet/>
      <dgm:spPr/>
      <dgm:t>
        <a:bodyPr/>
        <a:lstStyle/>
        <a:p>
          <a:pPr>
            <a:lnSpc>
              <a:spcPct val="100000"/>
            </a:lnSpc>
          </a:pPr>
          <a:r>
            <a:rPr lang="tr-TR" b="0" i="0"/>
            <a:t>Don’t forget to LIKE this video.</a:t>
          </a:r>
          <a:endParaRPr lang="en-US"/>
        </a:p>
      </dgm:t>
    </dgm:pt>
    <dgm:pt modelId="{E4BFA6DE-F586-4DBE-99C6-A77EB7638468}" type="parTrans" cxnId="{ACAFB27E-D94D-4FA2-A29B-6084463DFFEA}">
      <dgm:prSet/>
      <dgm:spPr/>
      <dgm:t>
        <a:bodyPr/>
        <a:lstStyle/>
        <a:p>
          <a:endParaRPr lang="en-US"/>
        </a:p>
      </dgm:t>
    </dgm:pt>
    <dgm:pt modelId="{0D42C273-2BDF-4E33-971B-852707B66B67}" type="sibTrans" cxnId="{ACAFB27E-D94D-4FA2-A29B-6084463DFFEA}">
      <dgm:prSet/>
      <dgm:spPr/>
      <dgm:t>
        <a:bodyPr/>
        <a:lstStyle/>
        <a:p>
          <a:endParaRPr lang="en-US"/>
        </a:p>
      </dgm:t>
    </dgm:pt>
    <dgm:pt modelId="{194D7E4C-BCCC-488A-976F-C9EF0A126500}" type="pres">
      <dgm:prSet presAssocID="{88014DCA-BC17-401E-B663-C3144B453845}" presName="root" presStyleCnt="0">
        <dgm:presLayoutVars>
          <dgm:dir/>
          <dgm:resizeHandles val="exact"/>
        </dgm:presLayoutVars>
      </dgm:prSet>
      <dgm:spPr/>
    </dgm:pt>
    <dgm:pt modelId="{22A5F0F3-288F-42FD-8F1F-1391FE340733}" type="pres">
      <dgm:prSet presAssocID="{88014DCA-BC17-401E-B663-C3144B453845}" presName="container" presStyleCnt="0">
        <dgm:presLayoutVars>
          <dgm:dir/>
          <dgm:resizeHandles val="exact"/>
        </dgm:presLayoutVars>
      </dgm:prSet>
      <dgm:spPr/>
    </dgm:pt>
    <dgm:pt modelId="{48A367EB-9711-4789-B411-3960D96EE219}" type="pres">
      <dgm:prSet presAssocID="{3A52A81D-BB7E-4D85-B820-33BE74D2502C}" presName="compNode" presStyleCnt="0"/>
      <dgm:spPr/>
    </dgm:pt>
    <dgm:pt modelId="{621D656C-4A4B-4F20-BDD3-699BE738EA03}" type="pres">
      <dgm:prSet presAssocID="{3A52A81D-BB7E-4D85-B820-33BE74D2502C}" presName="iconBgRect" presStyleLbl="bgShp" presStyleIdx="0" presStyleCnt="2"/>
      <dgm:spPr/>
    </dgm:pt>
    <dgm:pt modelId="{0E85A386-C955-4607-9B9D-39D98E403804}" type="pres">
      <dgm:prSet presAssocID="{3A52A81D-BB7E-4D85-B820-33BE74D2502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rsor"/>
        </a:ext>
      </dgm:extLst>
    </dgm:pt>
    <dgm:pt modelId="{326396CA-E188-4C77-A860-EC1DCA0F0CBA}" type="pres">
      <dgm:prSet presAssocID="{3A52A81D-BB7E-4D85-B820-33BE74D2502C}" presName="spaceRect" presStyleCnt="0"/>
      <dgm:spPr/>
    </dgm:pt>
    <dgm:pt modelId="{0F72EC84-6A45-4628-8CB6-E56D63AC1825}" type="pres">
      <dgm:prSet presAssocID="{3A52A81D-BB7E-4D85-B820-33BE74D2502C}" presName="textRect" presStyleLbl="revTx" presStyleIdx="0" presStyleCnt="2">
        <dgm:presLayoutVars>
          <dgm:chMax val="1"/>
          <dgm:chPref val="1"/>
        </dgm:presLayoutVars>
      </dgm:prSet>
      <dgm:spPr/>
    </dgm:pt>
    <dgm:pt modelId="{68BC20D3-2A8C-4A22-9EC8-0075492CE901}" type="pres">
      <dgm:prSet presAssocID="{4598ABA9-3E54-459C-960E-C9A9D3C12EAF}" presName="sibTrans" presStyleLbl="sibTrans2D1" presStyleIdx="0" presStyleCnt="0"/>
      <dgm:spPr/>
    </dgm:pt>
    <dgm:pt modelId="{B50A2394-FA9B-4ED4-B128-3E3696AB3BB2}" type="pres">
      <dgm:prSet presAssocID="{4CE922BC-BB92-49F8-AFEA-9A0CA5B2C6F7}" presName="compNode" presStyleCnt="0"/>
      <dgm:spPr/>
    </dgm:pt>
    <dgm:pt modelId="{077B295D-15CB-4F31-A1F3-FB331B4DA827}" type="pres">
      <dgm:prSet presAssocID="{4CE922BC-BB92-49F8-AFEA-9A0CA5B2C6F7}" presName="iconBgRect" presStyleLbl="bgShp" presStyleIdx="1" presStyleCnt="2"/>
      <dgm:spPr/>
    </dgm:pt>
    <dgm:pt modelId="{799A348F-CAC7-4EBB-9891-C006189C7217}" type="pres">
      <dgm:prSet presAssocID="{4CE922BC-BB92-49F8-AFEA-9A0CA5B2C6F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lay"/>
        </a:ext>
      </dgm:extLst>
    </dgm:pt>
    <dgm:pt modelId="{E32B4511-B48D-4C14-B33B-496127ACDFAC}" type="pres">
      <dgm:prSet presAssocID="{4CE922BC-BB92-49F8-AFEA-9A0CA5B2C6F7}" presName="spaceRect" presStyleCnt="0"/>
      <dgm:spPr/>
    </dgm:pt>
    <dgm:pt modelId="{DB7DC6D1-3152-452F-BE87-9D9C1F447C13}" type="pres">
      <dgm:prSet presAssocID="{4CE922BC-BB92-49F8-AFEA-9A0CA5B2C6F7}" presName="textRect" presStyleLbl="revTx" presStyleIdx="1" presStyleCnt="2">
        <dgm:presLayoutVars>
          <dgm:chMax val="1"/>
          <dgm:chPref val="1"/>
        </dgm:presLayoutVars>
      </dgm:prSet>
      <dgm:spPr/>
    </dgm:pt>
  </dgm:ptLst>
  <dgm:cxnLst>
    <dgm:cxn modelId="{C38AC322-B1A0-4829-A132-A6D8AC0D5ABF}" type="presOf" srcId="{88014DCA-BC17-401E-B663-C3144B453845}" destId="{194D7E4C-BCCC-488A-976F-C9EF0A126500}" srcOrd="0" destOrd="0" presId="urn:microsoft.com/office/officeart/2018/2/layout/IconCircleList"/>
    <dgm:cxn modelId="{10115F23-585C-42AB-A6B9-CDB39FCF4CD7}" srcId="{88014DCA-BC17-401E-B663-C3144B453845}" destId="{3A52A81D-BB7E-4D85-B820-33BE74D2502C}" srcOrd="0" destOrd="0" parTransId="{2B5CA20E-F419-48DE-A1C8-A7585EA45457}" sibTransId="{4598ABA9-3E54-459C-960E-C9A9D3C12EAF}"/>
    <dgm:cxn modelId="{5C1E725F-7E61-402C-9A55-272555F32D8A}" type="presOf" srcId="{4598ABA9-3E54-459C-960E-C9A9D3C12EAF}" destId="{68BC20D3-2A8C-4A22-9EC8-0075492CE901}" srcOrd="0" destOrd="0" presId="urn:microsoft.com/office/officeart/2018/2/layout/IconCircleList"/>
    <dgm:cxn modelId="{AA5A7A6F-910D-4BE1-8248-3FF1B760A40E}" type="presOf" srcId="{3A52A81D-BB7E-4D85-B820-33BE74D2502C}" destId="{0F72EC84-6A45-4628-8CB6-E56D63AC1825}" srcOrd="0" destOrd="0" presId="urn:microsoft.com/office/officeart/2018/2/layout/IconCircleList"/>
    <dgm:cxn modelId="{ACAFB27E-D94D-4FA2-A29B-6084463DFFEA}" srcId="{88014DCA-BC17-401E-B663-C3144B453845}" destId="{4CE922BC-BB92-49F8-AFEA-9A0CA5B2C6F7}" srcOrd="1" destOrd="0" parTransId="{E4BFA6DE-F586-4DBE-99C6-A77EB7638468}" sibTransId="{0D42C273-2BDF-4E33-971B-852707B66B67}"/>
    <dgm:cxn modelId="{2C6B52AC-8745-44B0-AD77-FEC078928321}" type="presOf" srcId="{4CE922BC-BB92-49F8-AFEA-9A0CA5B2C6F7}" destId="{DB7DC6D1-3152-452F-BE87-9D9C1F447C13}" srcOrd="0" destOrd="0" presId="urn:microsoft.com/office/officeart/2018/2/layout/IconCircleList"/>
    <dgm:cxn modelId="{F222ADDD-B8C3-40B1-953B-2EE27C0F775D}" type="presParOf" srcId="{194D7E4C-BCCC-488A-976F-C9EF0A126500}" destId="{22A5F0F3-288F-42FD-8F1F-1391FE340733}" srcOrd="0" destOrd="0" presId="urn:microsoft.com/office/officeart/2018/2/layout/IconCircleList"/>
    <dgm:cxn modelId="{126B0DE6-13EC-4D03-83A1-9DF668B18D19}" type="presParOf" srcId="{22A5F0F3-288F-42FD-8F1F-1391FE340733}" destId="{48A367EB-9711-4789-B411-3960D96EE219}" srcOrd="0" destOrd="0" presId="urn:microsoft.com/office/officeart/2018/2/layout/IconCircleList"/>
    <dgm:cxn modelId="{945533F8-8836-4015-A26B-9B89DC8D7AFC}" type="presParOf" srcId="{48A367EB-9711-4789-B411-3960D96EE219}" destId="{621D656C-4A4B-4F20-BDD3-699BE738EA03}" srcOrd="0" destOrd="0" presId="urn:microsoft.com/office/officeart/2018/2/layout/IconCircleList"/>
    <dgm:cxn modelId="{300A3AB6-E53C-4DCD-B7E4-E17CEECA2A09}" type="presParOf" srcId="{48A367EB-9711-4789-B411-3960D96EE219}" destId="{0E85A386-C955-4607-9B9D-39D98E403804}" srcOrd="1" destOrd="0" presId="urn:microsoft.com/office/officeart/2018/2/layout/IconCircleList"/>
    <dgm:cxn modelId="{4AB4B3C0-7264-46CE-A9BF-652A88B6FDBF}" type="presParOf" srcId="{48A367EB-9711-4789-B411-3960D96EE219}" destId="{326396CA-E188-4C77-A860-EC1DCA0F0CBA}" srcOrd="2" destOrd="0" presId="urn:microsoft.com/office/officeart/2018/2/layout/IconCircleList"/>
    <dgm:cxn modelId="{FA7B7FAB-A05D-42DE-ACD8-D99D3188F544}" type="presParOf" srcId="{48A367EB-9711-4789-B411-3960D96EE219}" destId="{0F72EC84-6A45-4628-8CB6-E56D63AC1825}" srcOrd="3" destOrd="0" presId="urn:microsoft.com/office/officeart/2018/2/layout/IconCircleList"/>
    <dgm:cxn modelId="{C40CEEB7-596B-4D5C-A4ED-D904F876717E}" type="presParOf" srcId="{22A5F0F3-288F-42FD-8F1F-1391FE340733}" destId="{68BC20D3-2A8C-4A22-9EC8-0075492CE901}" srcOrd="1" destOrd="0" presId="urn:microsoft.com/office/officeart/2018/2/layout/IconCircleList"/>
    <dgm:cxn modelId="{DE9236D1-C52D-485B-A03F-3E89378C9827}" type="presParOf" srcId="{22A5F0F3-288F-42FD-8F1F-1391FE340733}" destId="{B50A2394-FA9B-4ED4-B128-3E3696AB3BB2}" srcOrd="2" destOrd="0" presId="urn:microsoft.com/office/officeart/2018/2/layout/IconCircleList"/>
    <dgm:cxn modelId="{C8C6E055-CDBA-4F13-806D-BF0BF847FB50}" type="presParOf" srcId="{B50A2394-FA9B-4ED4-B128-3E3696AB3BB2}" destId="{077B295D-15CB-4F31-A1F3-FB331B4DA827}" srcOrd="0" destOrd="0" presId="urn:microsoft.com/office/officeart/2018/2/layout/IconCircleList"/>
    <dgm:cxn modelId="{892B6787-EA91-43F9-9429-B3D5A54D1188}" type="presParOf" srcId="{B50A2394-FA9B-4ED4-B128-3E3696AB3BB2}" destId="{799A348F-CAC7-4EBB-9891-C006189C7217}" srcOrd="1" destOrd="0" presId="urn:microsoft.com/office/officeart/2018/2/layout/IconCircleList"/>
    <dgm:cxn modelId="{2119E149-2D22-490D-A582-FB750353D59B}" type="presParOf" srcId="{B50A2394-FA9B-4ED4-B128-3E3696AB3BB2}" destId="{E32B4511-B48D-4C14-B33B-496127ACDFAC}" srcOrd="2" destOrd="0" presId="urn:microsoft.com/office/officeart/2018/2/layout/IconCircleList"/>
    <dgm:cxn modelId="{5755993F-41C4-4652-B73E-888E2F0AE482}" type="presParOf" srcId="{B50A2394-FA9B-4ED4-B128-3E3696AB3BB2}" destId="{DB7DC6D1-3152-452F-BE87-9D9C1F447C1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FB92C5B-B6AB-4A48-90E2-DFE0A4EE52A2}"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223CC5C3-2743-47C6-98B1-545BC71178A3}">
      <dgm:prSet/>
      <dgm:spPr/>
      <dgm:t>
        <a:bodyPr/>
        <a:lstStyle/>
        <a:p>
          <a:pPr>
            <a:lnSpc>
              <a:spcPct val="100000"/>
            </a:lnSpc>
            <a:defRPr cap="all"/>
          </a:pPr>
          <a:r>
            <a:rPr lang="tr-TR" b="0" i="0" dirty="0"/>
            <a:t>An exıstıng applıcatıon</a:t>
          </a:r>
          <a:endParaRPr lang="en-US" dirty="0"/>
        </a:p>
      </dgm:t>
    </dgm:pt>
    <dgm:pt modelId="{F0DF3CED-CB5E-4C4F-9F55-C26201F3334C}" type="parTrans" cxnId="{4DCE197D-EBC0-4F75-9C7A-BD950DE39B50}">
      <dgm:prSet/>
      <dgm:spPr/>
      <dgm:t>
        <a:bodyPr/>
        <a:lstStyle/>
        <a:p>
          <a:endParaRPr lang="en-US"/>
        </a:p>
      </dgm:t>
    </dgm:pt>
    <dgm:pt modelId="{4E42D45C-B68E-4DB7-A61B-8B4AFCB7630E}" type="sibTrans" cxnId="{4DCE197D-EBC0-4F75-9C7A-BD950DE39B50}">
      <dgm:prSet/>
      <dgm:spPr/>
      <dgm:t>
        <a:bodyPr/>
        <a:lstStyle/>
        <a:p>
          <a:endParaRPr lang="en-US"/>
        </a:p>
      </dgm:t>
    </dgm:pt>
    <dgm:pt modelId="{B59FA881-09CB-41E0-8505-8665E8BDA4BC}">
      <dgm:prSet/>
      <dgm:spPr/>
      <dgm:t>
        <a:bodyPr/>
        <a:lstStyle/>
        <a:p>
          <a:pPr>
            <a:lnSpc>
              <a:spcPct val="100000"/>
            </a:lnSpc>
            <a:defRPr cap="all"/>
          </a:pPr>
          <a:r>
            <a:rPr lang="tr-TR" b="0" i="0" dirty="0"/>
            <a:t>Source code ıs lost</a:t>
          </a:r>
          <a:endParaRPr lang="en-US" dirty="0"/>
        </a:p>
      </dgm:t>
    </dgm:pt>
    <dgm:pt modelId="{BDAD8717-99BD-4DDB-B48E-B497DD90A82E}" type="parTrans" cxnId="{9B4A419E-0B8D-4D79-9FF0-1C7C3C7879C2}">
      <dgm:prSet/>
      <dgm:spPr/>
      <dgm:t>
        <a:bodyPr/>
        <a:lstStyle/>
        <a:p>
          <a:endParaRPr lang="en-US"/>
        </a:p>
      </dgm:t>
    </dgm:pt>
    <dgm:pt modelId="{CFA655B6-F752-4290-81D5-83CD43DD9B1E}" type="sibTrans" cxnId="{9B4A419E-0B8D-4D79-9FF0-1C7C3C7879C2}">
      <dgm:prSet/>
      <dgm:spPr/>
      <dgm:t>
        <a:bodyPr/>
        <a:lstStyle/>
        <a:p>
          <a:endParaRPr lang="en-US"/>
        </a:p>
      </dgm:t>
    </dgm:pt>
    <dgm:pt modelId="{40E4A714-6E1F-45FB-95F0-B79F3B4F3240}">
      <dgm:prSet/>
      <dgm:spPr/>
      <dgm:t>
        <a:bodyPr/>
        <a:lstStyle/>
        <a:p>
          <a:pPr>
            <a:lnSpc>
              <a:spcPct val="100000"/>
            </a:lnSpc>
            <a:defRPr cap="all"/>
          </a:pPr>
          <a:r>
            <a:rPr lang="tr-TR" b="0" i="0" dirty="0"/>
            <a:t>Customers depending on ıt and stıll payıng for ıt</a:t>
          </a:r>
          <a:endParaRPr lang="en-US" dirty="0"/>
        </a:p>
      </dgm:t>
    </dgm:pt>
    <dgm:pt modelId="{75CBDF28-73FC-43C9-B3AA-6211C83E23BA}" type="parTrans" cxnId="{B9A1657D-2D49-407E-8FD9-B4B9C8FBD143}">
      <dgm:prSet/>
      <dgm:spPr/>
      <dgm:t>
        <a:bodyPr/>
        <a:lstStyle/>
        <a:p>
          <a:endParaRPr lang="en-US"/>
        </a:p>
      </dgm:t>
    </dgm:pt>
    <dgm:pt modelId="{A6FD1BA8-49AA-4038-BB35-91A8DFA31DA4}" type="sibTrans" cxnId="{B9A1657D-2D49-407E-8FD9-B4B9C8FBD143}">
      <dgm:prSet/>
      <dgm:spPr/>
      <dgm:t>
        <a:bodyPr/>
        <a:lstStyle/>
        <a:p>
          <a:endParaRPr lang="en-US"/>
        </a:p>
      </dgm:t>
    </dgm:pt>
    <dgm:pt modelId="{B7B06B3A-8B2D-407A-AAA8-4ED17BA23784}">
      <dgm:prSet/>
      <dgm:spPr/>
      <dgm:t>
        <a:bodyPr/>
        <a:lstStyle/>
        <a:p>
          <a:pPr>
            <a:lnSpc>
              <a:spcPct val="100000"/>
            </a:lnSpc>
            <a:defRPr cap="all"/>
          </a:pPr>
          <a:r>
            <a:rPr lang="tr-TR" b="0" i="0" dirty="0"/>
            <a:t>Customers waıtıng for new release because new features required</a:t>
          </a:r>
          <a:endParaRPr lang="en-US" dirty="0"/>
        </a:p>
      </dgm:t>
    </dgm:pt>
    <dgm:pt modelId="{BF9A4589-F817-410E-9296-74D08B05DA02}" type="parTrans" cxnId="{7646A2C0-A87C-468B-B944-B83AFFABDFCB}">
      <dgm:prSet/>
      <dgm:spPr/>
      <dgm:t>
        <a:bodyPr/>
        <a:lstStyle/>
        <a:p>
          <a:endParaRPr lang="en-US"/>
        </a:p>
      </dgm:t>
    </dgm:pt>
    <dgm:pt modelId="{B2DAE18C-0E9E-484A-801B-4177526DCB9E}" type="sibTrans" cxnId="{7646A2C0-A87C-468B-B944-B83AFFABDFCB}">
      <dgm:prSet/>
      <dgm:spPr/>
      <dgm:t>
        <a:bodyPr/>
        <a:lstStyle/>
        <a:p>
          <a:endParaRPr lang="en-US"/>
        </a:p>
      </dgm:t>
    </dgm:pt>
    <dgm:pt modelId="{431AE6CD-8DB4-4110-819B-BFF55F21C63B}">
      <dgm:prSet/>
      <dgm:spPr/>
      <dgm:t>
        <a:bodyPr/>
        <a:lstStyle/>
        <a:p>
          <a:pPr>
            <a:lnSpc>
              <a:spcPct val="100000"/>
            </a:lnSpc>
            <a:defRPr cap="all"/>
          </a:pPr>
          <a:r>
            <a:rPr lang="tr-TR" b="0" i="0"/>
            <a:t>There are bugs needs to be solved.</a:t>
          </a:r>
          <a:endParaRPr lang="en-US"/>
        </a:p>
      </dgm:t>
    </dgm:pt>
    <dgm:pt modelId="{B75848E9-7181-460C-9B68-9F11752623D8}" type="parTrans" cxnId="{0FA6BBA0-284B-43BE-BA1A-3283D5751769}">
      <dgm:prSet/>
      <dgm:spPr/>
      <dgm:t>
        <a:bodyPr/>
        <a:lstStyle/>
        <a:p>
          <a:endParaRPr lang="en-US"/>
        </a:p>
      </dgm:t>
    </dgm:pt>
    <dgm:pt modelId="{3FAE676A-ECB5-42C4-A1BB-468D5E55119F}" type="sibTrans" cxnId="{0FA6BBA0-284B-43BE-BA1A-3283D5751769}">
      <dgm:prSet/>
      <dgm:spPr/>
      <dgm:t>
        <a:bodyPr/>
        <a:lstStyle/>
        <a:p>
          <a:endParaRPr lang="en-US"/>
        </a:p>
      </dgm:t>
    </dgm:pt>
    <dgm:pt modelId="{1253AA62-556C-4416-A243-B226A797A0AA}">
      <dgm:prSet/>
      <dgm:spPr/>
      <dgm:t>
        <a:bodyPr/>
        <a:lstStyle/>
        <a:p>
          <a:pPr>
            <a:lnSpc>
              <a:spcPct val="100000"/>
            </a:lnSpc>
            <a:defRPr cap="all"/>
          </a:pPr>
          <a:r>
            <a:rPr lang="tr-TR" b="0" i="0" dirty="0"/>
            <a:t>UEX ıssues</a:t>
          </a:r>
          <a:endParaRPr lang="en-US" dirty="0"/>
        </a:p>
      </dgm:t>
    </dgm:pt>
    <dgm:pt modelId="{1EFE8721-93F4-43F7-B5B7-3226DF4335EC}" type="parTrans" cxnId="{C9AD10E5-4B5A-4D30-B205-961DAFC0F0AD}">
      <dgm:prSet/>
      <dgm:spPr/>
      <dgm:t>
        <a:bodyPr/>
        <a:lstStyle/>
        <a:p>
          <a:endParaRPr lang="en-US"/>
        </a:p>
      </dgm:t>
    </dgm:pt>
    <dgm:pt modelId="{515B76AD-1D42-48E3-B3E9-5225A8FA6F66}" type="sibTrans" cxnId="{C9AD10E5-4B5A-4D30-B205-961DAFC0F0AD}">
      <dgm:prSet/>
      <dgm:spPr/>
      <dgm:t>
        <a:bodyPr/>
        <a:lstStyle/>
        <a:p>
          <a:endParaRPr lang="en-US"/>
        </a:p>
      </dgm:t>
    </dgm:pt>
    <dgm:pt modelId="{1B9F2E2F-A6B0-4BB2-A2E8-AC61D0B81DFA}">
      <dgm:prSet/>
      <dgm:spPr/>
      <dgm:t>
        <a:bodyPr/>
        <a:lstStyle/>
        <a:p>
          <a:pPr>
            <a:lnSpc>
              <a:spcPct val="100000"/>
            </a:lnSpc>
            <a:defRPr cap="all"/>
          </a:pPr>
          <a:r>
            <a:rPr lang="tr-TR" b="0" i="0" dirty="0"/>
            <a:t>Developers are retıred or resıgned.</a:t>
          </a:r>
          <a:endParaRPr lang="en-US" dirty="0"/>
        </a:p>
      </dgm:t>
    </dgm:pt>
    <dgm:pt modelId="{956586B4-2515-43CD-82B3-94FEEC01B3C3}" type="parTrans" cxnId="{0130A6C6-D643-4B4D-B99F-81C4C681E15B}">
      <dgm:prSet/>
      <dgm:spPr/>
      <dgm:t>
        <a:bodyPr/>
        <a:lstStyle/>
        <a:p>
          <a:endParaRPr lang="en-US"/>
        </a:p>
      </dgm:t>
    </dgm:pt>
    <dgm:pt modelId="{D5AB97DB-6ECA-41CD-8A57-DFDB9CF908B0}" type="sibTrans" cxnId="{0130A6C6-D643-4B4D-B99F-81C4C681E15B}">
      <dgm:prSet/>
      <dgm:spPr/>
      <dgm:t>
        <a:bodyPr/>
        <a:lstStyle/>
        <a:p>
          <a:endParaRPr lang="en-US"/>
        </a:p>
      </dgm:t>
    </dgm:pt>
    <dgm:pt modelId="{273E9E01-5265-4CCF-9CF7-86552D212F76}" type="pres">
      <dgm:prSet presAssocID="{BFB92C5B-B6AB-4A48-90E2-DFE0A4EE52A2}" presName="root" presStyleCnt="0">
        <dgm:presLayoutVars>
          <dgm:dir/>
          <dgm:resizeHandles val="exact"/>
        </dgm:presLayoutVars>
      </dgm:prSet>
      <dgm:spPr/>
    </dgm:pt>
    <dgm:pt modelId="{D54E4EC5-BDCF-4B51-BECB-3B72802A87C3}" type="pres">
      <dgm:prSet presAssocID="{223CC5C3-2743-47C6-98B1-545BC71178A3}" presName="compNode" presStyleCnt="0"/>
      <dgm:spPr/>
    </dgm:pt>
    <dgm:pt modelId="{A9088B15-155E-4C16-ACA5-DAB68330B932}" type="pres">
      <dgm:prSet presAssocID="{223CC5C3-2743-47C6-98B1-545BC71178A3}" presName="iconBgRect" presStyleLbl="bgShp" presStyleIdx="0" presStyleCnt="7"/>
      <dgm:spPr/>
    </dgm:pt>
    <dgm:pt modelId="{D7483243-1B10-490C-B4C3-4D3DA2941204}" type="pres">
      <dgm:prSet presAssocID="{223CC5C3-2743-47C6-98B1-545BC71178A3}"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9EE7BCAB-1D48-4014-9394-7BD75378BBE2}" type="pres">
      <dgm:prSet presAssocID="{223CC5C3-2743-47C6-98B1-545BC71178A3}" presName="spaceRect" presStyleCnt="0"/>
      <dgm:spPr/>
    </dgm:pt>
    <dgm:pt modelId="{6D8F94CC-F264-4D09-B165-D34238277490}" type="pres">
      <dgm:prSet presAssocID="{223CC5C3-2743-47C6-98B1-545BC71178A3}" presName="textRect" presStyleLbl="revTx" presStyleIdx="0" presStyleCnt="7">
        <dgm:presLayoutVars>
          <dgm:chMax val="1"/>
          <dgm:chPref val="1"/>
        </dgm:presLayoutVars>
      </dgm:prSet>
      <dgm:spPr/>
    </dgm:pt>
    <dgm:pt modelId="{655E720E-9094-4A7D-84F4-E49FD43EE4F8}" type="pres">
      <dgm:prSet presAssocID="{4E42D45C-B68E-4DB7-A61B-8B4AFCB7630E}" presName="sibTrans" presStyleCnt="0"/>
      <dgm:spPr/>
    </dgm:pt>
    <dgm:pt modelId="{129F022E-28DB-425C-A40F-ED5080E5435E}" type="pres">
      <dgm:prSet presAssocID="{B59FA881-09CB-41E0-8505-8665E8BDA4BC}" presName="compNode" presStyleCnt="0"/>
      <dgm:spPr/>
    </dgm:pt>
    <dgm:pt modelId="{37870C27-37A9-4E29-B83F-8692B1C127D8}" type="pres">
      <dgm:prSet presAssocID="{B59FA881-09CB-41E0-8505-8665E8BDA4BC}" presName="iconBgRect" presStyleLbl="bgShp" presStyleIdx="1" presStyleCnt="7"/>
      <dgm:spPr/>
    </dgm:pt>
    <dgm:pt modelId="{987D1C66-FCEE-46A4-AEFD-C41CCEA7B93D}" type="pres">
      <dgm:prSet presAssocID="{B59FA881-09CB-41E0-8505-8665E8BDA4BC}"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0FAD58C5-2E0F-4036-B21A-C1D46333D1E3}" type="pres">
      <dgm:prSet presAssocID="{B59FA881-09CB-41E0-8505-8665E8BDA4BC}" presName="spaceRect" presStyleCnt="0"/>
      <dgm:spPr/>
    </dgm:pt>
    <dgm:pt modelId="{D201B9C4-6561-446B-AF1B-1DC5BEDACEAB}" type="pres">
      <dgm:prSet presAssocID="{B59FA881-09CB-41E0-8505-8665E8BDA4BC}" presName="textRect" presStyleLbl="revTx" presStyleIdx="1" presStyleCnt="7">
        <dgm:presLayoutVars>
          <dgm:chMax val="1"/>
          <dgm:chPref val="1"/>
        </dgm:presLayoutVars>
      </dgm:prSet>
      <dgm:spPr/>
    </dgm:pt>
    <dgm:pt modelId="{023791C5-64C8-470B-9B9C-068D8B074F15}" type="pres">
      <dgm:prSet presAssocID="{CFA655B6-F752-4290-81D5-83CD43DD9B1E}" presName="sibTrans" presStyleCnt="0"/>
      <dgm:spPr/>
    </dgm:pt>
    <dgm:pt modelId="{23F0F8F5-6EE3-44F6-85FD-FEFE139A02AC}" type="pres">
      <dgm:prSet presAssocID="{40E4A714-6E1F-45FB-95F0-B79F3B4F3240}" presName="compNode" presStyleCnt="0"/>
      <dgm:spPr/>
    </dgm:pt>
    <dgm:pt modelId="{9FAABC70-05C2-4212-B1F1-5A30A27B67C5}" type="pres">
      <dgm:prSet presAssocID="{40E4A714-6E1F-45FB-95F0-B79F3B4F3240}" presName="iconBgRect" presStyleLbl="bgShp" presStyleIdx="2" presStyleCnt="7"/>
      <dgm:spPr/>
    </dgm:pt>
    <dgm:pt modelId="{B153FD29-6B4B-4F5A-AECB-98314777770A}" type="pres">
      <dgm:prSet presAssocID="{40E4A714-6E1F-45FB-95F0-B79F3B4F3240}"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283047D0-B9D9-43C1-8183-D074F0E2CE00}" type="pres">
      <dgm:prSet presAssocID="{40E4A714-6E1F-45FB-95F0-B79F3B4F3240}" presName="spaceRect" presStyleCnt="0"/>
      <dgm:spPr/>
    </dgm:pt>
    <dgm:pt modelId="{9722EE36-03FB-4875-9930-1831E5AFD48F}" type="pres">
      <dgm:prSet presAssocID="{40E4A714-6E1F-45FB-95F0-B79F3B4F3240}" presName="textRect" presStyleLbl="revTx" presStyleIdx="2" presStyleCnt="7">
        <dgm:presLayoutVars>
          <dgm:chMax val="1"/>
          <dgm:chPref val="1"/>
        </dgm:presLayoutVars>
      </dgm:prSet>
      <dgm:spPr/>
    </dgm:pt>
    <dgm:pt modelId="{83D1C95C-C9E3-4C2A-8401-2D3F4B8DCDDF}" type="pres">
      <dgm:prSet presAssocID="{A6FD1BA8-49AA-4038-BB35-91A8DFA31DA4}" presName="sibTrans" presStyleCnt="0"/>
      <dgm:spPr/>
    </dgm:pt>
    <dgm:pt modelId="{B5F7F6E4-E20C-4AF2-ACC3-4D9517158864}" type="pres">
      <dgm:prSet presAssocID="{B7B06B3A-8B2D-407A-AAA8-4ED17BA23784}" presName="compNode" presStyleCnt="0"/>
      <dgm:spPr/>
    </dgm:pt>
    <dgm:pt modelId="{905AA313-C1DF-4488-AF77-586BD75B71CE}" type="pres">
      <dgm:prSet presAssocID="{B7B06B3A-8B2D-407A-AAA8-4ED17BA23784}" presName="iconBgRect" presStyleLbl="bgShp" presStyleIdx="3" presStyleCnt="7"/>
      <dgm:spPr/>
    </dgm:pt>
    <dgm:pt modelId="{71D63639-283D-4C48-840A-D8E49B23BACA}" type="pres">
      <dgm:prSet presAssocID="{B7B06B3A-8B2D-407A-AAA8-4ED17BA23784}"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opwatch"/>
        </a:ext>
      </dgm:extLst>
    </dgm:pt>
    <dgm:pt modelId="{8D81A52D-AA46-4646-95B9-A9A162CEF07B}" type="pres">
      <dgm:prSet presAssocID="{B7B06B3A-8B2D-407A-AAA8-4ED17BA23784}" presName="spaceRect" presStyleCnt="0"/>
      <dgm:spPr/>
    </dgm:pt>
    <dgm:pt modelId="{BD20869D-74B2-4DC5-A2CA-11917A428E83}" type="pres">
      <dgm:prSet presAssocID="{B7B06B3A-8B2D-407A-AAA8-4ED17BA23784}" presName="textRect" presStyleLbl="revTx" presStyleIdx="3" presStyleCnt="7">
        <dgm:presLayoutVars>
          <dgm:chMax val="1"/>
          <dgm:chPref val="1"/>
        </dgm:presLayoutVars>
      </dgm:prSet>
      <dgm:spPr/>
    </dgm:pt>
    <dgm:pt modelId="{AED83E5B-157E-482E-8284-636B37715FA5}" type="pres">
      <dgm:prSet presAssocID="{B2DAE18C-0E9E-484A-801B-4177526DCB9E}" presName="sibTrans" presStyleCnt="0"/>
      <dgm:spPr/>
    </dgm:pt>
    <dgm:pt modelId="{B201C709-6829-4A3D-8B42-32E4BE4B0BC6}" type="pres">
      <dgm:prSet presAssocID="{431AE6CD-8DB4-4110-819B-BFF55F21C63B}" presName="compNode" presStyleCnt="0"/>
      <dgm:spPr/>
    </dgm:pt>
    <dgm:pt modelId="{CAA7140B-FE6C-40C3-82DC-36C9177BEED5}" type="pres">
      <dgm:prSet presAssocID="{431AE6CD-8DB4-4110-819B-BFF55F21C63B}" presName="iconBgRect" presStyleLbl="bgShp" presStyleIdx="4" presStyleCnt="7"/>
      <dgm:spPr/>
    </dgm:pt>
    <dgm:pt modelId="{0B9143B1-5798-438F-A2C4-3ACDF1B0623C}" type="pres">
      <dgm:prSet presAssocID="{431AE6CD-8DB4-4110-819B-BFF55F21C63B}"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ug"/>
        </a:ext>
      </dgm:extLst>
    </dgm:pt>
    <dgm:pt modelId="{52663FD7-E1E9-4E42-AA13-359900444DCB}" type="pres">
      <dgm:prSet presAssocID="{431AE6CD-8DB4-4110-819B-BFF55F21C63B}" presName="spaceRect" presStyleCnt="0"/>
      <dgm:spPr/>
    </dgm:pt>
    <dgm:pt modelId="{4B5A1CB0-FD80-476B-9579-060388527D96}" type="pres">
      <dgm:prSet presAssocID="{431AE6CD-8DB4-4110-819B-BFF55F21C63B}" presName="textRect" presStyleLbl="revTx" presStyleIdx="4" presStyleCnt="7">
        <dgm:presLayoutVars>
          <dgm:chMax val="1"/>
          <dgm:chPref val="1"/>
        </dgm:presLayoutVars>
      </dgm:prSet>
      <dgm:spPr/>
    </dgm:pt>
    <dgm:pt modelId="{DC1A9D5C-0A64-4799-B073-3840D1E78185}" type="pres">
      <dgm:prSet presAssocID="{3FAE676A-ECB5-42C4-A1BB-468D5E55119F}" presName="sibTrans" presStyleCnt="0"/>
      <dgm:spPr/>
    </dgm:pt>
    <dgm:pt modelId="{C4F699D9-234A-4394-BF35-FD3C520FD08C}" type="pres">
      <dgm:prSet presAssocID="{1253AA62-556C-4416-A243-B226A797A0AA}" presName="compNode" presStyleCnt="0"/>
      <dgm:spPr/>
    </dgm:pt>
    <dgm:pt modelId="{022BC0B7-425F-4F59-9968-B91B9E60F4D8}" type="pres">
      <dgm:prSet presAssocID="{1253AA62-556C-4416-A243-B226A797A0AA}" presName="iconBgRect" presStyleLbl="bgShp" presStyleIdx="5" presStyleCnt="7"/>
      <dgm:spPr/>
    </dgm:pt>
    <dgm:pt modelId="{214E1830-368C-4BBD-AD95-C474E4E331BC}" type="pres">
      <dgm:prSet presAssocID="{1253AA62-556C-4416-A243-B226A797A0AA}"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Warning"/>
        </a:ext>
      </dgm:extLst>
    </dgm:pt>
    <dgm:pt modelId="{605C3E75-4507-4C17-B627-7D87151E62E1}" type="pres">
      <dgm:prSet presAssocID="{1253AA62-556C-4416-A243-B226A797A0AA}" presName="spaceRect" presStyleCnt="0"/>
      <dgm:spPr/>
    </dgm:pt>
    <dgm:pt modelId="{CC1CAAEA-2926-4085-877A-3864FCDDBA3D}" type="pres">
      <dgm:prSet presAssocID="{1253AA62-556C-4416-A243-B226A797A0AA}" presName="textRect" presStyleLbl="revTx" presStyleIdx="5" presStyleCnt="7">
        <dgm:presLayoutVars>
          <dgm:chMax val="1"/>
          <dgm:chPref val="1"/>
        </dgm:presLayoutVars>
      </dgm:prSet>
      <dgm:spPr/>
    </dgm:pt>
    <dgm:pt modelId="{C12F1388-CB7F-4348-A04B-365D065FBC9E}" type="pres">
      <dgm:prSet presAssocID="{515B76AD-1D42-48E3-B3E9-5225A8FA6F66}" presName="sibTrans" presStyleCnt="0"/>
      <dgm:spPr/>
    </dgm:pt>
    <dgm:pt modelId="{5A645C89-2B95-4D28-8366-312AD9ED205A}" type="pres">
      <dgm:prSet presAssocID="{1B9F2E2F-A6B0-4BB2-A2E8-AC61D0B81DFA}" presName="compNode" presStyleCnt="0"/>
      <dgm:spPr/>
    </dgm:pt>
    <dgm:pt modelId="{1A7C3F83-8766-41FC-A863-AC391E1509EC}" type="pres">
      <dgm:prSet presAssocID="{1B9F2E2F-A6B0-4BB2-A2E8-AC61D0B81DFA}" presName="iconBgRect" presStyleLbl="bgShp" presStyleIdx="6" presStyleCnt="7"/>
      <dgm:spPr/>
    </dgm:pt>
    <dgm:pt modelId="{F1E47149-FCA4-445F-8137-CE352F8F333A}" type="pres">
      <dgm:prSet presAssocID="{1B9F2E2F-A6B0-4BB2-A2E8-AC61D0B81DFA}"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Igloo"/>
        </a:ext>
      </dgm:extLst>
    </dgm:pt>
    <dgm:pt modelId="{D3402B4F-F337-4323-93A9-088D7E3B2903}" type="pres">
      <dgm:prSet presAssocID="{1B9F2E2F-A6B0-4BB2-A2E8-AC61D0B81DFA}" presName="spaceRect" presStyleCnt="0"/>
      <dgm:spPr/>
    </dgm:pt>
    <dgm:pt modelId="{D74ADCAD-508F-44B8-8489-3CFA49FB559A}" type="pres">
      <dgm:prSet presAssocID="{1B9F2E2F-A6B0-4BB2-A2E8-AC61D0B81DFA}" presName="textRect" presStyleLbl="revTx" presStyleIdx="6" presStyleCnt="7">
        <dgm:presLayoutVars>
          <dgm:chMax val="1"/>
          <dgm:chPref val="1"/>
        </dgm:presLayoutVars>
      </dgm:prSet>
      <dgm:spPr/>
    </dgm:pt>
  </dgm:ptLst>
  <dgm:cxnLst>
    <dgm:cxn modelId="{CCD50B1C-864A-4275-B163-97B8CEFAC6F2}" type="presOf" srcId="{B59FA881-09CB-41E0-8505-8665E8BDA4BC}" destId="{D201B9C4-6561-446B-AF1B-1DC5BEDACEAB}" srcOrd="0" destOrd="0" presId="urn:microsoft.com/office/officeart/2018/5/layout/IconCircleLabelList"/>
    <dgm:cxn modelId="{56267621-BDFD-45A3-9BB9-5A976E81C2F4}" type="presOf" srcId="{BFB92C5B-B6AB-4A48-90E2-DFE0A4EE52A2}" destId="{273E9E01-5265-4CCF-9CF7-86552D212F76}" srcOrd="0" destOrd="0" presId="urn:microsoft.com/office/officeart/2018/5/layout/IconCircleLabelList"/>
    <dgm:cxn modelId="{C05F683E-FE1B-4097-B46C-59E23DEDAB11}" type="presOf" srcId="{1253AA62-556C-4416-A243-B226A797A0AA}" destId="{CC1CAAEA-2926-4085-877A-3864FCDDBA3D}" srcOrd="0" destOrd="0" presId="urn:microsoft.com/office/officeart/2018/5/layout/IconCircleLabelList"/>
    <dgm:cxn modelId="{4DCE197D-EBC0-4F75-9C7A-BD950DE39B50}" srcId="{BFB92C5B-B6AB-4A48-90E2-DFE0A4EE52A2}" destId="{223CC5C3-2743-47C6-98B1-545BC71178A3}" srcOrd="0" destOrd="0" parTransId="{F0DF3CED-CB5E-4C4F-9F55-C26201F3334C}" sibTransId="{4E42D45C-B68E-4DB7-A61B-8B4AFCB7630E}"/>
    <dgm:cxn modelId="{B9A1657D-2D49-407E-8FD9-B4B9C8FBD143}" srcId="{BFB92C5B-B6AB-4A48-90E2-DFE0A4EE52A2}" destId="{40E4A714-6E1F-45FB-95F0-B79F3B4F3240}" srcOrd="2" destOrd="0" parTransId="{75CBDF28-73FC-43C9-B3AA-6211C83E23BA}" sibTransId="{A6FD1BA8-49AA-4038-BB35-91A8DFA31DA4}"/>
    <dgm:cxn modelId="{FEC1EB82-6D98-4372-8A04-889A3D221450}" type="presOf" srcId="{40E4A714-6E1F-45FB-95F0-B79F3B4F3240}" destId="{9722EE36-03FB-4875-9930-1831E5AFD48F}" srcOrd="0" destOrd="0" presId="urn:microsoft.com/office/officeart/2018/5/layout/IconCircleLabelList"/>
    <dgm:cxn modelId="{9B4A419E-0B8D-4D79-9FF0-1C7C3C7879C2}" srcId="{BFB92C5B-B6AB-4A48-90E2-DFE0A4EE52A2}" destId="{B59FA881-09CB-41E0-8505-8665E8BDA4BC}" srcOrd="1" destOrd="0" parTransId="{BDAD8717-99BD-4DDB-B48E-B497DD90A82E}" sibTransId="{CFA655B6-F752-4290-81D5-83CD43DD9B1E}"/>
    <dgm:cxn modelId="{0FA6BBA0-284B-43BE-BA1A-3283D5751769}" srcId="{BFB92C5B-B6AB-4A48-90E2-DFE0A4EE52A2}" destId="{431AE6CD-8DB4-4110-819B-BFF55F21C63B}" srcOrd="4" destOrd="0" parTransId="{B75848E9-7181-460C-9B68-9F11752623D8}" sibTransId="{3FAE676A-ECB5-42C4-A1BB-468D5E55119F}"/>
    <dgm:cxn modelId="{425B20AD-037F-4CE6-8A4E-7737D22CB954}" type="presOf" srcId="{431AE6CD-8DB4-4110-819B-BFF55F21C63B}" destId="{4B5A1CB0-FD80-476B-9579-060388527D96}" srcOrd="0" destOrd="0" presId="urn:microsoft.com/office/officeart/2018/5/layout/IconCircleLabelList"/>
    <dgm:cxn modelId="{F36F94BF-A3C4-4DF9-AB7B-1A266002B445}" type="presOf" srcId="{1B9F2E2F-A6B0-4BB2-A2E8-AC61D0B81DFA}" destId="{D74ADCAD-508F-44B8-8489-3CFA49FB559A}" srcOrd="0" destOrd="0" presId="urn:microsoft.com/office/officeart/2018/5/layout/IconCircleLabelList"/>
    <dgm:cxn modelId="{7646A2C0-A87C-468B-B944-B83AFFABDFCB}" srcId="{BFB92C5B-B6AB-4A48-90E2-DFE0A4EE52A2}" destId="{B7B06B3A-8B2D-407A-AAA8-4ED17BA23784}" srcOrd="3" destOrd="0" parTransId="{BF9A4589-F817-410E-9296-74D08B05DA02}" sibTransId="{B2DAE18C-0E9E-484A-801B-4177526DCB9E}"/>
    <dgm:cxn modelId="{0130A6C6-D643-4B4D-B99F-81C4C681E15B}" srcId="{BFB92C5B-B6AB-4A48-90E2-DFE0A4EE52A2}" destId="{1B9F2E2F-A6B0-4BB2-A2E8-AC61D0B81DFA}" srcOrd="6" destOrd="0" parTransId="{956586B4-2515-43CD-82B3-94FEEC01B3C3}" sibTransId="{D5AB97DB-6ECA-41CD-8A57-DFDB9CF908B0}"/>
    <dgm:cxn modelId="{C9AD10E5-4B5A-4D30-B205-961DAFC0F0AD}" srcId="{BFB92C5B-B6AB-4A48-90E2-DFE0A4EE52A2}" destId="{1253AA62-556C-4416-A243-B226A797A0AA}" srcOrd="5" destOrd="0" parTransId="{1EFE8721-93F4-43F7-B5B7-3226DF4335EC}" sibTransId="{515B76AD-1D42-48E3-B3E9-5225A8FA6F66}"/>
    <dgm:cxn modelId="{335C7BFC-FD0E-458E-B13C-9E4DF332E752}" type="presOf" srcId="{223CC5C3-2743-47C6-98B1-545BC71178A3}" destId="{6D8F94CC-F264-4D09-B165-D34238277490}" srcOrd="0" destOrd="0" presId="urn:microsoft.com/office/officeart/2018/5/layout/IconCircleLabelList"/>
    <dgm:cxn modelId="{0CAE9AFF-6C39-4002-B389-34040A59493E}" type="presOf" srcId="{B7B06B3A-8B2D-407A-AAA8-4ED17BA23784}" destId="{BD20869D-74B2-4DC5-A2CA-11917A428E83}" srcOrd="0" destOrd="0" presId="urn:microsoft.com/office/officeart/2018/5/layout/IconCircleLabelList"/>
    <dgm:cxn modelId="{C97DAF8B-75A0-44FB-AD39-AB7CD76A0DBA}" type="presParOf" srcId="{273E9E01-5265-4CCF-9CF7-86552D212F76}" destId="{D54E4EC5-BDCF-4B51-BECB-3B72802A87C3}" srcOrd="0" destOrd="0" presId="urn:microsoft.com/office/officeart/2018/5/layout/IconCircleLabelList"/>
    <dgm:cxn modelId="{5DCF0CE9-C81D-443A-B850-CAB5D24F2068}" type="presParOf" srcId="{D54E4EC5-BDCF-4B51-BECB-3B72802A87C3}" destId="{A9088B15-155E-4C16-ACA5-DAB68330B932}" srcOrd="0" destOrd="0" presId="urn:microsoft.com/office/officeart/2018/5/layout/IconCircleLabelList"/>
    <dgm:cxn modelId="{1A4933C0-F7C9-4BF7-9429-8D5CD57F551A}" type="presParOf" srcId="{D54E4EC5-BDCF-4B51-BECB-3B72802A87C3}" destId="{D7483243-1B10-490C-B4C3-4D3DA2941204}" srcOrd="1" destOrd="0" presId="urn:microsoft.com/office/officeart/2018/5/layout/IconCircleLabelList"/>
    <dgm:cxn modelId="{3445F822-283B-414F-9D9E-8E4B3BA0766B}" type="presParOf" srcId="{D54E4EC5-BDCF-4B51-BECB-3B72802A87C3}" destId="{9EE7BCAB-1D48-4014-9394-7BD75378BBE2}" srcOrd="2" destOrd="0" presId="urn:microsoft.com/office/officeart/2018/5/layout/IconCircleLabelList"/>
    <dgm:cxn modelId="{224B9682-B31B-4C95-ABCD-E39827F4B5DA}" type="presParOf" srcId="{D54E4EC5-BDCF-4B51-BECB-3B72802A87C3}" destId="{6D8F94CC-F264-4D09-B165-D34238277490}" srcOrd="3" destOrd="0" presId="urn:microsoft.com/office/officeart/2018/5/layout/IconCircleLabelList"/>
    <dgm:cxn modelId="{E47889C0-B7BD-4C00-A2B4-CFEDA60620D2}" type="presParOf" srcId="{273E9E01-5265-4CCF-9CF7-86552D212F76}" destId="{655E720E-9094-4A7D-84F4-E49FD43EE4F8}" srcOrd="1" destOrd="0" presId="urn:microsoft.com/office/officeart/2018/5/layout/IconCircleLabelList"/>
    <dgm:cxn modelId="{A775EFA9-F2F6-4E4F-8B7F-FC9F6D7BFB87}" type="presParOf" srcId="{273E9E01-5265-4CCF-9CF7-86552D212F76}" destId="{129F022E-28DB-425C-A40F-ED5080E5435E}" srcOrd="2" destOrd="0" presId="urn:microsoft.com/office/officeart/2018/5/layout/IconCircleLabelList"/>
    <dgm:cxn modelId="{9BA6BC18-8022-4D18-9253-0879F0701073}" type="presParOf" srcId="{129F022E-28DB-425C-A40F-ED5080E5435E}" destId="{37870C27-37A9-4E29-B83F-8692B1C127D8}" srcOrd="0" destOrd="0" presId="urn:microsoft.com/office/officeart/2018/5/layout/IconCircleLabelList"/>
    <dgm:cxn modelId="{2EECCF00-CDF7-4D47-86D5-5C67A612B2E6}" type="presParOf" srcId="{129F022E-28DB-425C-A40F-ED5080E5435E}" destId="{987D1C66-FCEE-46A4-AEFD-C41CCEA7B93D}" srcOrd="1" destOrd="0" presId="urn:microsoft.com/office/officeart/2018/5/layout/IconCircleLabelList"/>
    <dgm:cxn modelId="{A881DDAD-B73F-49CC-80C6-AE87FF705CAE}" type="presParOf" srcId="{129F022E-28DB-425C-A40F-ED5080E5435E}" destId="{0FAD58C5-2E0F-4036-B21A-C1D46333D1E3}" srcOrd="2" destOrd="0" presId="urn:microsoft.com/office/officeart/2018/5/layout/IconCircleLabelList"/>
    <dgm:cxn modelId="{CB826AA4-D0AB-421C-BF05-4B5A8CDD8B6B}" type="presParOf" srcId="{129F022E-28DB-425C-A40F-ED5080E5435E}" destId="{D201B9C4-6561-446B-AF1B-1DC5BEDACEAB}" srcOrd="3" destOrd="0" presId="urn:microsoft.com/office/officeart/2018/5/layout/IconCircleLabelList"/>
    <dgm:cxn modelId="{2CEACCCE-D958-411F-8254-128EAC4DAC31}" type="presParOf" srcId="{273E9E01-5265-4CCF-9CF7-86552D212F76}" destId="{023791C5-64C8-470B-9B9C-068D8B074F15}" srcOrd="3" destOrd="0" presId="urn:microsoft.com/office/officeart/2018/5/layout/IconCircleLabelList"/>
    <dgm:cxn modelId="{8EC0F8D8-786D-4815-BD3A-229C335B4011}" type="presParOf" srcId="{273E9E01-5265-4CCF-9CF7-86552D212F76}" destId="{23F0F8F5-6EE3-44F6-85FD-FEFE139A02AC}" srcOrd="4" destOrd="0" presId="urn:microsoft.com/office/officeart/2018/5/layout/IconCircleLabelList"/>
    <dgm:cxn modelId="{207AAEEB-773B-4FAD-AE1D-9914941E17B3}" type="presParOf" srcId="{23F0F8F5-6EE3-44F6-85FD-FEFE139A02AC}" destId="{9FAABC70-05C2-4212-B1F1-5A30A27B67C5}" srcOrd="0" destOrd="0" presId="urn:microsoft.com/office/officeart/2018/5/layout/IconCircleLabelList"/>
    <dgm:cxn modelId="{3A3DBE56-C010-4661-B93F-791C758697B7}" type="presParOf" srcId="{23F0F8F5-6EE3-44F6-85FD-FEFE139A02AC}" destId="{B153FD29-6B4B-4F5A-AECB-98314777770A}" srcOrd="1" destOrd="0" presId="urn:microsoft.com/office/officeart/2018/5/layout/IconCircleLabelList"/>
    <dgm:cxn modelId="{2CD82B44-B4CD-4C9C-A101-843FD1A927F9}" type="presParOf" srcId="{23F0F8F5-6EE3-44F6-85FD-FEFE139A02AC}" destId="{283047D0-B9D9-43C1-8183-D074F0E2CE00}" srcOrd="2" destOrd="0" presId="urn:microsoft.com/office/officeart/2018/5/layout/IconCircleLabelList"/>
    <dgm:cxn modelId="{E69B0A37-DDB0-4B84-AAB9-687723563727}" type="presParOf" srcId="{23F0F8F5-6EE3-44F6-85FD-FEFE139A02AC}" destId="{9722EE36-03FB-4875-9930-1831E5AFD48F}" srcOrd="3" destOrd="0" presId="urn:microsoft.com/office/officeart/2018/5/layout/IconCircleLabelList"/>
    <dgm:cxn modelId="{F00F2C21-0EF7-4FD3-ACDC-AF01947A3818}" type="presParOf" srcId="{273E9E01-5265-4CCF-9CF7-86552D212F76}" destId="{83D1C95C-C9E3-4C2A-8401-2D3F4B8DCDDF}" srcOrd="5" destOrd="0" presId="urn:microsoft.com/office/officeart/2018/5/layout/IconCircleLabelList"/>
    <dgm:cxn modelId="{E8626F7F-8B99-4D65-B037-BAF2640E9A7D}" type="presParOf" srcId="{273E9E01-5265-4CCF-9CF7-86552D212F76}" destId="{B5F7F6E4-E20C-4AF2-ACC3-4D9517158864}" srcOrd="6" destOrd="0" presId="urn:microsoft.com/office/officeart/2018/5/layout/IconCircleLabelList"/>
    <dgm:cxn modelId="{4F199577-99D8-4DD0-8081-CE8CCF08054A}" type="presParOf" srcId="{B5F7F6E4-E20C-4AF2-ACC3-4D9517158864}" destId="{905AA313-C1DF-4488-AF77-586BD75B71CE}" srcOrd="0" destOrd="0" presId="urn:microsoft.com/office/officeart/2018/5/layout/IconCircleLabelList"/>
    <dgm:cxn modelId="{03670EE7-21C7-485C-AB26-AA0A03B7F6D4}" type="presParOf" srcId="{B5F7F6E4-E20C-4AF2-ACC3-4D9517158864}" destId="{71D63639-283D-4C48-840A-D8E49B23BACA}" srcOrd="1" destOrd="0" presId="urn:microsoft.com/office/officeart/2018/5/layout/IconCircleLabelList"/>
    <dgm:cxn modelId="{88332AB4-173C-4C30-B9F2-CCBD3874455E}" type="presParOf" srcId="{B5F7F6E4-E20C-4AF2-ACC3-4D9517158864}" destId="{8D81A52D-AA46-4646-95B9-A9A162CEF07B}" srcOrd="2" destOrd="0" presId="urn:microsoft.com/office/officeart/2018/5/layout/IconCircleLabelList"/>
    <dgm:cxn modelId="{7E0F6AC9-73B2-4938-8B9A-BCAC9429DDF6}" type="presParOf" srcId="{B5F7F6E4-E20C-4AF2-ACC3-4D9517158864}" destId="{BD20869D-74B2-4DC5-A2CA-11917A428E83}" srcOrd="3" destOrd="0" presId="urn:microsoft.com/office/officeart/2018/5/layout/IconCircleLabelList"/>
    <dgm:cxn modelId="{8186E890-D394-43CE-9B7B-F52CEFDEC604}" type="presParOf" srcId="{273E9E01-5265-4CCF-9CF7-86552D212F76}" destId="{AED83E5B-157E-482E-8284-636B37715FA5}" srcOrd="7" destOrd="0" presId="urn:microsoft.com/office/officeart/2018/5/layout/IconCircleLabelList"/>
    <dgm:cxn modelId="{C70C815A-58DB-4FB6-B7EA-4E4E9485962D}" type="presParOf" srcId="{273E9E01-5265-4CCF-9CF7-86552D212F76}" destId="{B201C709-6829-4A3D-8B42-32E4BE4B0BC6}" srcOrd="8" destOrd="0" presId="urn:microsoft.com/office/officeart/2018/5/layout/IconCircleLabelList"/>
    <dgm:cxn modelId="{A30318B3-4F12-4631-84C1-0FD50831888D}" type="presParOf" srcId="{B201C709-6829-4A3D-8B42-32E4BE4B0BC6}" destId="{CAA7140B-FE6C-40C3-82DC-36C9177BEED5}" srcOrd="0" destOrd="0" presId="urn:microsoft.com/office/officeart/2018/5/layout/IconCircleLabelList"/>
    <dgm:cxn modelId="{5AA34133-B0C1-4356-948C-1C438D9D0F68}" type="presParOf" srcId="{B201C709-6829-4A3D-8B42-32E4BE4B0BC6}" destId="{0B9143B1-5798-438F-A2C4-3ACDF1B0623C}" srcOrd="1" destOrd="0" presId="urn:microsoft.com/office/officeart/2018/5/layout/IconCircleLabelList"/>
    <dgm:cxn modelId="{6292D26F-41D8-4928-9790-1F7BAABA0661}" type="presParOf" srcId="{B201C709-6829-4A3D-8B42-32E4BE4B0BC6}" destId="{52663FD7-E1E9-4E42-AA13-359900444DCB}" srcOrd="2" destOrd="0" presId="urn:microsoft.com/office/officeart/2018/5/layout/IconCircleLabelList"/>
    <dgm:cxn modelId="{A4BB8921-E552-472D-AE00-D2D171975739}" type="presParOf" srcId="{B201C709-6829-4A3D-8B42-32E4BE4B0BC6}" destId="{4B5A1CB0-FD80-476B-9579-060388527D96}" srcOrd="3" destOrd="0" presId="urn:microsoft.com/office/officeart/2018/5/layout/IconCircleLabelList"/>
    <dgm:cxn modelId="{87E628E4-BA6C-4CE9-8B48-3DCA80E843C3}" type="presParOf" srcId="{273E9E01-5265-4CCF-9CF7-86552D212F76}" destId="{DC1A9D5C-0A64-4799-B073-3840D1E78185}" srcOrd="9" destOrd="0" presId="urn:microsoft.com/office/officeart/2018/5/layout/IconCircleLabelList"/>
    <dgm:cxn modelId="{12ABAE5C-DEB1-4502-B958-32276B8CC7EC}" type="presParOf" srcId="{273E9E01-5265-4CCF-9CF7-86552D212F76}" destId="{C4F699D9-234A-4394-BF35-FD3C520FD08C}" srcOrd="10" destOrd="0" presId="urn:microsoft.com/office/officeart/2018/5/layout/IconCircleLabelList"/>
    <dgm:cxn modelId="{ADFC7516-8326-4864-B76A-55789D1BD385}" type="presParOf" srcId="{C4F699D9-234A-4394-BF35-FD3C520FD08C}" destId="{022BC0B7-425F-4F59-9968-B91B9E60F4D8}" srcOrd="0" destOrd="0" presId="urn:microsoft.com/office/officeart/2018/5/layout/IconCircleLabelList"/>
    <dgm:cxn modelId="{4BB8B3A4-2478-44BF-919B-D662A4C771AB}" type="presParOf" srcId="{C4F699D9-234A-4394-BF35-FD3C520FD08C}" destId="{214E1830-368C-4BBD-AD95-C474E4E331BC}" srcOrd="1" destOrd="0" presId="urn:microsoft.com/office/officeart/2018/5/layout/IconCircleLabelList"/>
    <dgm:cxn modelId="{FCA4E3F3-A259-4481-BB3D-6E1C4FC79B7E}" type="presParOf" srcId="{C4F699D9-234A-4394-BF35-FD3C520FD08C}" destId="{605C3E75-4507-4C17-B627-7D87151E62E1}" srcOrd="2" destOrd="0" presId="urn:microsoft.com/office/officeart/2018/5/layout/IconCircleLabelList"/>
    <dgm:cxn modelId="{3492F965-916E-42AA-AE55-EBB5996C9069}" type="presParOf" srcId="{C4F699D9-234A-4394-BF35-FD3C520FD08C}" destId="{CC1CAAEA-2926-4085-877A-3864FCDDBA3D}" srcOrd="3" destOrd="0" presId="urn:microsoft.com/office/officeart/2018/5/layout/IconCircleLabelList"/>
    <dgm:cxn modelId="{3D0AD47E-3B97-437F-9023-68890C94BB54}" type="presParOf" srcId="{273E9E01-5265-4CCF-9CF7-86552D212F76}" destId="{C12F1388-CB7F-4348-A04B-365D065FBC9E}" srcOrd="11" destOrd="0" presId="urn:microsoft.com/office/officeart/2018/5/layout/IconCircleLabelList"/>
    <dgm:cxn modelId="{A7948A0E-7A81-4D28-8375-5B2B2B22CB23}" type="presParOf" srcId="{273E9E01-5265-4CCF-9CF7-86552D212F76}" destId="{5A645C89-2B95-4D28-8366-312AD9ED205A}" srcOrd="12" destOrd="0" presId="urn:microsoft.com/office/officeart/2018/5/layout/IconCircleLabelList"/>
    <dgm:cxn modelId="{D1E69D77-450E-4FB2-B14A-110F5277F0DE}" type="presParOf" srcId="{5A645C89-2B95-4D28-8366-312AD9ED205A}" destId="{1A7C3F83-8766-41FC-A863-AC391E1509EC}" srcOrd="0" destOrd="0" presId="urn:microsoft.com/office/officeart/2018/5/layout/IconCircleLabelList"/>
    <dgm:cxn modelId="{AD4903D9-72B9-4C26-8660-97279A63B5B4}" type="presParOf" srcId="{5A645C89-2B95-4D28-8366-312AD9ED205A}" destId="{F1E47149-FCA4-445F-8137-CE352F8F333A}" srcOrd="1" destOrd="0" presId="urn:microsoft.com/office/officeart/2018/5/layout/IconCircleLabelList"/>
    <dgm:cxn modelId="{ADC68079-82C8-47A8-9FF3-3080E98674B9}" type="presParOf" srcId="{5A645C89-2B95-4D28-8366-312AD9ED205A}" destId="{D3402B4F-F337-4323-93A9-088D7E3B2903}" srcOrd="2" destOrd="0" presId="urn:microsoft.com/office/officeart/2018/5/layout/IconCircleLabelList"/>
    <dgm:cxn modelId="{AB757536-0544-4716-8CFD-D69D7EAD4510}" type="presParOf" srcId="{5A645C89-2B95-4D28-8366-312AD9ED205A}" destId="{D74ADCAD-508F-44B8-8489-3CFA49FB559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8014DCA-BC17-401E-B663-C3144B45384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A52A81D-BB7E-4D85-B820-33BE74D2502C}">
      <dgm:prSet/>
      <dgm:spPr/>
      <dgm:t>
        <a:bodyPr/>
        <a:lstStyle/>
        <a:p>
          <a:pPr>
            <a:lnSpc>
              <a:spcPct val="100000"/>
            </a:lnSpc>
          </a:pPr>
          <a:r>
            <a:rPr lang="tr-TR" b="0" i="0" dirty="0"/>
            <a:t>Don’t forget to SUBSCRIBE the channel.</a:t>
          </a:r>
          <a:endParaRPr lang="en-US" dirty="0"/>
        </a:p>
      </dgm:t>
    </dgm:pt>
    <dgm:pt modelId="{2B5CA20E-F419-48DE-A1C8-A7585EA45457}" type="parTrans" cxnId="{10115F23-585C-42AB-A6B9-CDB39FCF4CD7}">
      <dgm:prSet/>
      <dgm:spPr/>
      <dgm:t>
        <a:bodyPr/>
        <a:lstStyle/>
        <a:p>
          <a:endParaRPr lang="en-US"/>
        </a:p>
      </dgm:t>
    </dgm:pt>
    <dgm:pt modelId="{4598ABA9-3E54-459C-960E-C9A9D3C12EAF}" type="sibTrans" cxnId="{10115F23-585C-42AB-A6B9-CDB39FCF4CD7}">
      <dgm:prSet/>
      <dgm:spPr/>
      <dgm:t>
        <a:bodyPr/>
        <a:lstStyle/>
        <a:p>
          <a:pPr>
            <a:lnSpc>
              <a:spcPct val="100000"/>
            </a:lnSpc>
          </a:pPr>
          <a:endParaRPr lang="en-US"/>
        </a:p>
      </dgm:t>
    </dgm:pt>
    <dgm:pt modelId="{4CE922BC-BB92-49F8-AFEA-9A0CA5B2C6F7}">
      <dgm:prSet/>
      <dgm:spPr/>
      <dgm:t>
        <a:bodyPr/>
        <a:lstStyle/>
        <a:p>
          <a:pPr>
            <a:lnSpc>
              <a:spcPct val="100000"/>
            </a:lnSpc>
          </a:pPr>
          <a:r>
            <a:rPr lang="tr-TR" b="0" i="0"/>
            <a:t>Don’t forget to LIKE this video.</a:t>
          </a:r>
          <a:endParaRPr lang="en-US"/>
        </a:p>
      </dgm:t>
    </dgm:pt>
    <dgm:pt modelId="{E4BFA6DE-F586-4DBE-99C6-A77EB7638468}" type="parTrans" cxnId="{ACAFB27E-D94D-4FA2-A29B-6084463DFFEA}">
      <dgm:prSet/>
      <dgm:spPr/>
      <dgm:t>
        <a:bodyPr/>
        <a:lstStyle/>
        <a:p>
          <a:endParaRPr lang="en-US"/>
        </a:p>
      </dgm:t>
    </dgm:pt>
    <dgm:pt modelId="{0D42C273-2BDF-4E33-971B-852707B66B67}" type="sibTrans" cxnId="{ACAFB27E-D94D-4FA2-A29B-6084463DFFEA}">
      <dgm:prSet/>
      <dgm:spPr/>
      <dgm:t>
        <a:bodyPr/>
        <a:lstStyle/>
        <a:p>
          <a:endParaRPr lang="en-US"/>
        </a:p>
      </dgm:t>
    </dgm:pt>
    <dgm:pt modelId="{194D7E4C-BCCC-488A-976F-C9EF0A126500}" type="pres">
      <dgm:prSet presAssocID="{88014DCA-BC17-401E-B663-C3144B453845}" presName="root" presStyleCnt="0">
        <dgm:presLayoutVars>
          <dgm:dir/>
          <dgm:resizeHandles val="exact"/>
        </dgm:presLayoutVars>
      </dgm:prSet>
      <dgm:spPr/>
    </dgm:pt>
    <dgm:pt modelId="{22A5F0F3-288F-42FD-8F1F-1391FE340733}" type="pres">
      <dgm:prSet presAssocID="{88014DCA-BC17-401E-B663-C3144B453845}" presName="container" presStyleCnt="0">
        <dgm:presLayoutVars>
          <dgm:dir/>
          <dgm:resizeHandles val="exact"/>
        </dgm:presLayoutVars>
      </dgm:prSet>
      <dgm:spPr/>
    </dgm:pt>
    <dgm:pt modelId="{48A367EB-9711-4789-B411-3960D96EE219}" type="pres">
      <dgm:prSet presAssocID="{3A52A81D-BB7E-4D85-B820-33BE74D2502C}" presName="compNode" presStyleCnt="0"/>
      <dgm:spPr/>
    </dgm:pt>
    <dgm:pt modelId="{621D656C-4A4B-4F20-BDD3-699BE738EA03}" type="pres">
      <dgm:prSet presAssocID="{3A52A81D-BB7E-4D85-B820-33BE74D2502C}" presName="iconBgRect" presStyleLbl="bgShp" presStyleIdx="0" presStyleCnt="2"/>
      <dgm:spPr/>
    </dgm:pt>
    <dgm:pt modelId="{0E85A386-C955-4607-9B9D-39D98E403804}" type="pres">
      <dgm:prSet presAssocID="{3A52A81D-BB7E-4D85-B820-33BE74D2502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rsor"/>
        </a:ext>
      </dgm:extLst>
    </dgm:pt>
    <dgm:pt modelId="{326396CA-E188-4C77-A860-EC1DCA0F0CBA}" type="pres">
      <dgm:prSet presAssocID="{3A52A81D-BB7E-4D85-B820-33BE74D2502C}" presName="spaceRect" presStyleCnt="0"/>
      <dgm:spPr/>
    </dgm:pt>
    <dgm:pt modelId="{0F72EC84-6A45-4628-8CB6-E56D63AC1825}" type="pres">
      <dgm:prSet presAssocID="{3A52A81D-BB7E-4D85-B820-33BE74D2502C}" presName="textRect" presStyleLbl="revTx" presStyleIdx="0" presStyleCnt="2">
        <dgm:presLayoutVars>
          <dgm:chMax val="1"/>
          <dgm:chPref val="1"/>
        </dgm:presLayoutVars>
      </dgm:prSet>
      <dgm:spPr/>
    </dgm:pt>
    <dgm:pt modelId="{68BC20D3-2A8C-4A22-9EC8-0075492CE901}" type="pres">
      <dgm:prSet presAssocID="{4598ABA9-3E54-459C-960E-C9A9D3C12EAF}" presName="sibTrans" presStyleLbl="sibTrans2D1" presStyleIdx="0" presStyleCnt="0"/>
      <dgm:spPr/>
    </dgm:pt>
    <dgm:pt modelId="{B50A2394-FA9B-4ED4-B128-3E3696AB3BB2}" type="pres">
      <dgm:prSet presAssocID="{4CE922BC-BB92-49F8-AFEA-9A0CA5B2C6F7}" presName="compNode" presStyleCnt="0"/>
      <dgm:spPr/>
    </dgm:pt>
    <dgm:pt modelId="{077B295D-15CB-4F31-A1F3-FB331B4DA827}" type="pres">
      <dgm:prSet presAssocID="{4CE922BC-BB92-49F8-AFEA-9A0CA5B2C6F7}" presName="iconBgRect" presStyleLbl="bgShp" presStyleIdx="1" presStyleCnt="2"/>
      <dgm:spPr/>
    </dgm:pt>
    <dgm:pt modelId="{799A348F-CAC7-4EBB-9891-C006189C7217}" type="pres">
      <dgm:prSet presAssocID="{4CE922BC-BB92-49F8-AFEA-9A0CA5B2C6F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lay"/>
        </a:ext>
      </dgm:extLst>
    </dgm:pt>
    <dgm:pt modelId="{E32B4511-B48D-4C14-B33B-496127ACDFAC}" type="pres">
      <dgm:prSet presAssocID="{4CE922BC-BB92-49F8-AFEA-9A0CA5B2C6F7}" presName="spaceRect" presStyleCnt="0"/>
      <dgm:spPr/>
    </dgm:pt>
    <dgm:pt modelId="{DB7DC6D1-3152-452F-BE87-9D9C1F447C13}" type="pres">
      <dgm:prSet presAssocID="{4CE922BC-BB92-49F8-AFEA-9A0CA5B2C6F7}" presName="textRect" presStyleLbl="revTx" presStyleIdx="1" presStyleCnt="2">
        <dgm:presLayoutVars>
          <dgm:chMax val="1"/>
          <dgm:chPref val="1"/>
        </dgm:presLayoutVars>
      </dgm:prSet>
      <dgm:spPr/>
    </dgm:pt>
  </dgm:ptLst>
  <dgm:cxnLst>
    <dgm:cxn modelId="{C38AC322-B1A0-4829-A132-A6D8AC0D5ABF}" type="presOf" srcId="{88014DCA-BC17-401E-B663-C3144B453845}" destId="{194D7E4C-BCCC-488A-976F-C9EF0A126500}" srcOrd="0" destOrd="0" presId="urn:microsoft.com/office/officeart/2018/2/layout/IconCircleList"/>
    <dgm:cxn modelId="{10115F23-585C-42AB-A6B9-CDB39FCF4CD7}" srcId="{88014DCA-BC17-401E-B663-C3144B453845}" destId="{3A52A81D-BB7E-4D85-B820-33BE74D2502C}" srcOrd="0" destOrd="0" parTransId="{2B5CA20E-F419-48DE-A1C8-A7585EA45457}" sibTransId="{4598ABA9-3E54-459C-960E-C9A9D3C12EAF}"/>
    <dgm:cxn modelId="{5C1E725F-7E61-402C-9A55-272555F32D8A}" type="presOf" srcId="{4598ABA9-3E54-459C-960E-C9A9D3C12EAF}" destId="{68BC20D3-2A8C-4A22-9EC8-0075492CE901}" srcOrd="0" destOrd="0" presId="urn:microsoft.com/office/officeart/2018/2/layout/IconCircleList"/>
    <dgm:cxn modelId="{AA5A7A6F-910D-4BE1-8248-3FF1B760A40E}" type="presOf" srcId="{3A52A81D-BB7E-4D85-B820-33BE74D2502C}" destId="{0F72EC84-6A45-4628-8CB6-E56D63AC1825}" srcOrd="0" destOrd="0" presId="urn:microsoft.com/office/officeart/2018/2/layout/IconCircleList"/>
    <dgm:cxn modelId="{ACAFB27E-D94D-4FA2-A29B-6084463DFFEA}" srcId="{88014DCA-BC17-401E-B663-C3144B453845}" destId="{4CE922BC-BB92-49F8-AFEA-9A0CA5B2C6F7}" srcOrd="1" destOrd="0" parTransId="{E4BFA6DE-F586-4DBE-99C6-A77EB7638468}" sibTransId="{0D42C273-2BDF-4E33-971B-852707B66B67}"/>
    <dgm:cxn modelId="{2C6B52AC-8745-44B0-AD77-FEC078928321}" type="presOf" srcId="{4CE922BC-BB92-49F8-AFEA-9A0CA5B2C6F7}" destId="{DB7DC6D1-3152-452F-BE87-9D9C1F447C13}" srcOrd="0" destOrd="0" presId="urn:microsoft.com/office/officeart/2018/2/layout/IconCircleList"/>
    <dgm:cxn modelId="{F222ADDD-B8C3-40B1-953B-2EE27C0F775D}" type="presParOf" srcId="{194D7E4C-BCCC-488A-976F-C9EF0A126500}" destId="{22A5F0F3-288F-42FD-8F1F-1391FE340733}" srcOrd="0" destOrd="0" presId="urn:microsoft.com/office/officeart/2018/2/layout/IconCircleList"/>
    <dgm:cxn modelId="{126B0DE6-13EC-4D03-83A1-9DF668B18D19}" type="presParOf" srcId="{22A5F0F3-288F-42FD-8F1F-1391FE340733}" destId="{48A367EB-9711-4789-B411-3960D96EE219}" srcOrd="0" destOrd="0" presId="urn:microsoft.com/office/officeart/2018/2/layout/IconCircleList"/>
    <dgm:cxn modelId="{945533F8-8836-4015-A26B-9B89DC8D7AFC}" type="presParOf" srcId="{48A367EB-9711-4789-B411-3960D96EE219}" destId="{621D656C-4A4B-4F20-BDD3-699BE738EA03}" srcOrd="0" destOrd="0" presId="urn:microsoft.com/office/officeart/2018/2/layout/IconCircleList"/>
    <dgm:cxn modelId="{300A3AB6-E53C-4DCD-B7E4-E17CEECA2A09}" type="presParOf" srcId="{48A367EB-9711-4789-B411-3960D96EE219}" destId="{0E85A386-C955-4607-9B9D-39D98E403804}" srcOrd="1" destOrd="0" presId="urn:microsoft.com/office/officeart/2018/2/layout/IconCircleList"/>
    <dgm:cxn modelId="{4AB4B3C0-7264-46CE-A9BF-652A88B6FDBF}" type="presParOf" srcId="{48A367EB-9711-4789-B411-3960D96EE219}" destId="{326396CA-E188-4C77-A860-EC1DCA0F0CBA}" srcOrd="2" destOrd="0" presId="urn:microsoft.com/office/officeart/2018/2/layout/IconCircleList"/>
    <dgm:cxn modelId="{FA7B7FAB-A05D-42DE-ACD8-D99D3188F544}" type="presParOf" srcId="{48A367EB-9711-4789-B411-3960D96EE219}" destId="{0F72EC84-6A45-4628-8CB6-E56D63AC1825}" srcOrd="3" destOrd="0" presId="urn:microsoft.com/office/officeart/2018/2/layout/IconCircleList"/>
    <dgm:cxn modelId="{C40CEEB7-596B-4D5C-A4ED-D904F876717E}" type="presParOf" srcId="{22A5F0F3-288F-42FD-8F1F-1391FE340733}" destId="{68BC20D3-2A8C-4A22-9EC8-0075492CE901}" srcOrd="1" destOrd="0" presId="urn:microsoft.com/office/officeart/2018/2/layout/IconCircleList"/>
    <dgm:cxn modelId="{DE9236D1-C52D-485B-A03F-3E89378C9827}" type="presParOf" srcId="{22A5F0F3-288F-42FD-8F1F-1391FE340733}" destId="{B50A2394-FA9B-4ED4-B128-3E3696AB3BB2}" srcOrd="2" destOrd="0" presId="urn:microsoft.com/office/officeart/2018/2/layout/IconCircleList"/>
    <dgm:cxn modelId="{C8C6E055-CDBA-4F13-806D-BF0BF847FB50}" type="presParOf" srcId="{B50A2394-FA9B-4ED4-B128-3E3696AB3BB2}" destId="{077B295D-15CB-4F31-A1F3-FB331B4DA827}" srcOrd="0" destOrd="0" presId="urn:microsoft.com/office/officeart/2018/2/layout/IconCircleList"/>
    <dgm:cxn modelId="{892B6787-EA91-43F9-9429-B3D5A54D1188}" type="presParOf" srcId="{B50A2394-FA9B-4ED4-B128-3E3696AB3BB2}" destId="{799A348F-CAC7-4EBB-9891-C006189C7217}" srcOrd="1" destOrd="0" presId="urn:microsoft.com/office/officeart/2018/2/layout/IconCircleList"/>
    <dgm:cxn modelId="{2119E149-2D22-490D-A582-FB750353D59B}" type="presParOf" srcId="{B50A2394-FA9B-4ED4-B128-3E3696AB3BB2}" destId="{E32B4511-B48D-4C14-B33B-496127ACDFAC}" srcOrd="2" destOrd="0" presId="urn:microsoft.com/office/officeart/2018/2/layout/IconCircleList"/>
    <dgm:cxn modelId="{5755993F-41C4-4652-B73E-888E2F0AE482}" type="presParOf" srcId="{B50A2394-FA9B-4ED4-B128-3E3696AB3BB2}" destId="{DB7DC6D1-3152-452F-BE87-9D9C1F447C1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E8AA5-57C0-4DBA-A6DC-DA6C2EE96E49}">
      <dsp:nvSpPr>
        <dsp:cNvPr id="0" name=""/>
        <dsp:cNvSpPr/>
      </dsp:nvSpPr>
      <dsp:spPr>
        <a:xfrm>
          <a:off x="560825" y="680381"/>
          <a:ext cx="1612687" cy="16126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707B5D-D158-4219-862D-716C76DC037C}">
      <dsp:nvSpPr>
        <dsp:cNvPr id="0" name=""/>
        <dsp:cNvSpPr/>
      </dsp:nvSpPr>
      <dsp:spPr>
        <a:xfrm>
          <a:off x="904512" y="1024069"/>
          <a:ext cx="925312" cy="925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71282D9-7390-4537-9AD6-39FB70E884F2}">
      <dsp:nvSpPr>
        <dsp:cNvPr id="0" name=""/>
        <dsp:cNvSpPr/>
      </dsp:nvSpPr>
      <dsp:spPr>
        <a:xfrm>
          <a:off x="45294" y="2795381"/>
          <a:ext cx="26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90000"/>
            </a:lnSpc>
            <a:spcBef>
              <a:spcPct val="0"/>
            </a:spcBef>
            <a:spcAft>
              <a:spcPct val="35000"/>
            </a:spcAft>
            <a:buNone/>
            <a:defRPr cap="all"/>
          </a:pPr>
          <a:r>
            <a:rPr lang="tr-TR" sz="4000" kern="1200" dirty="0"/>
            <a:t>Why?</a:t>
          </a:r>
          <a:endParaRPr lang="en-US" sz="4000" kern="1200" dirty="0"/>
        </a:p>
      </dsp:txBody>
      <dsp:txXfrm>
        <a:off x="45294" y="2795381"/>
        <a:ext cx="2643750" cy="720000"/>
      </dsp:txXfrm>
    </dsp:sp>
    <dsp:sp modelId="{A0A550DA-BAF5-47C1-9005-FB7DDBB7FFE2}">
      <dsp:nvSpPr>
        <dsp:cNvPr id="0" name=""/>
        <dsp:cNvSpPr/>
      </dsp:nvSpPr>
      <dsp:spPr>
        <a:xfrm>
          <a:off x="3667231" y="680381"/>
          <a:ext cx="1612687" cy="16126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674B44-96F1-4CA7-BE10-C83217ED3071}">
      <dsp:nvSpPr>
        <dsp:cNvPr id="0" name=""/>
        <dsp:cNvSpPr/>
      </dsp:nvSpPr>
      <dsp:spPr>
        <a:xfrm>
          <a:off x="4010919" y="1024069"/>
          <a:ext cx="925312" cy="925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F1FEA73-2F12-44AE-922C-0716B8E44C66}">
      <dsp:nvSpPr>
        <dsp:cNvPr id="0" name=""/>
        <dsp:cNvSpPr/>
      </dsp:nvSpPr>
      <dsp:spPr>
        <a:xfrm>
          <a:off x="3151700" y="2795381"/>
          <a:ext cx="26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90000"/>
            </a:lnSpc>
            <a:spcBef>
              <a:spcPct val="0"/>
            </a:spcBef>
            <a:spcAft>
              <a:spcPct val="35000"/>
            </a:spcAft>
            <a:buNone/>
            <a:defRPr cap="all"/>
          </a:pPr>
          <a:r>
            <a:rPr lang="tr-TR" sz="4000" kern="1200"/>
            <a:t>When?</a:t>
          </a:r>
          <a:endParaRPr lang="en-US" sz="4000" kern="1200"/>
        </a:p>
      </dsp:txBody>
      <dsp:txXfrm>
        <a:off x="3151700" y="2795381"/>
        <a:ext cx="2643750" cy="720000"/>
      </dsp:txXfrm>
    </dsp:sp>
    <dsp:sp modelId="{8D9FF163-8112-4A23-9F93-2976A6F55F07}">
      <dsp:nvSpPr>
        <dsp:cNvPr id="0" name=""/>
        <dsp:cNvSpPr/>
      </dsp:nvSpPr>
      <dsp:spPr>
        <a:xfrm>
          <a:off x="6773637" y="680381"/>
          <a:ext cx="1612687" cy="16126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5581CB-04E8-44DB-9BD4-63AB8619156B}">
      <dsp:nvSpPr>
        <dsp:cNvPr id="0" name=""/>
        <dsp:cNvSpPr/>
      </dsp:nvSpPr>
      <dsp:spPr>
        <a:xfrm>
          <a:off x="7117325" y="1024069"/>
          <a:ext cx="925312" cy="9253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30118C-BF19-464D-843A-7805287F4CCC}">
      <dsp:nvSpPr>
        <dsp:cNvPr id="0" name=""/>
        <dsp:cNvSpPr/>
      </dsp:nvSpPr>
      <dsp:spPr>
        <a:xfrm>
          <a:off x="6258106" y="2795381"/>
          <a:ext cx="26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90000"/>
            </a:lnSpc>
            <a:spcBef>
              <a:spcPct val="0"/>
            </a:spcBef>
            <a:spcAft>
              <a:spcPct val="35000"/>
            </a:spcAft>
            <a:buNone/>
            <a:defRPr cap="all"/>
          </a:pPr>
          <a:r>
            <a:rPr lang="tr-TR" sz="4000" kern="1200"/>
            <a:t>How?</a:t>
          </a:r>
          <a:endParaRPr lang="en-US" sz="4000" kern="1200"/>
        </a:p>
      </dsp:txBody>
      <dsp:txXfrm>
        <a:off x="6258106" y="2795381"/>
        <a:ext cx="264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20EE2-7DC9-4445-A427-CEF0C17079FD}">
      <dsp:nvSpPr>
        <dsp:cNvPr id="0" name=""/>
        <dsp:cNvSpPr/>
      </dsp:nvSpPr>
      <dsp:spPr>
        <a:xfrm>
          <a:off x="0" y="2558"/>
          <a:ext cx="7488936"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8458F6-1586-4EDC-9A5C-ABE3F5FCF2E0}">
      <dsp:nvSpPr>
        <dsp:cNvPr id="0" name=""/>
        <dsp:cNvSpPr/>
      </dsp:nvSpPr>
      <dsp:spPr>
        <a:xfrm>
          <a:off x="0" y="2558"/>
          <a:ext cx="7488936" cy="1744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Migrating to .NET 9.0 ensures better performance, enhanced security, and long-term support. It also allows your application to take advantage of modern cloud architectures, faster execution times, and reduced technical debt. </a:t>
          </a:r>
        </a:p>
      </dsp:txBody>
      <dsp:txXfrm>
        <a:off x="0" y="2558"/>
        <a:ext cx="7488936" cy="1744798"/>
      </dsp:txXfrm>
    </dsp:sp>
    <dsp:sp modelId="{1B96929A-D47E-4D5A-BCA8-ADFF6185CFC9}">
      <dsp:nvSpPr>
        <dsp:cNvPr id="0" name=""/>
        <dsp:cNvSpPr/>
      </dsp:nvSpPr>
      <dsp:spPr>
        <a:xfrm>
          <a:off x="0" y="1747356"/>
          <a:ext cx="7488936"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08BD9E-F934-4342-99ED-097BAA7A4D29}">
      <dsp:nvSpPr>
        <dsp:cNvPr id="0" name=""/>
        <dsp:cNvSpPr/>
      </dsp:nvSpPr>
      <dsp:spPr>
        <a:xfrm>
          <a:off x="0" y="1747356"/>
          <a:ext cx="7488936" cy="1744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NET 9.0 introduces Profile-Guided Optimizations (PGO), improved garbage collection, and faster execution. I optimize performance bottlenecks, refactor outdated code, and enhance database queries to make your application significantly faster.</a:t>
          </a:r>
        </a:p>
      </dsp:txBody>
      <dsp:txXfrm>
        <a:off x="0" y="1747356"/>
        <a:ext cx="7488936" cy="1744798"/>
      </dsp:txXfrm>
    </dsp:sp>
    <dsp:sp modelId="{1DA3547F-B9C9-40DB-A9D5-C30D7AD7E0EC}">
      <dsp:nvSpPr>
        <dsp:cNvPr id="0" name=""/>
        <dsp:cNvSpPr/>
      </dsp:nvSpPr>
      <dsp:spPr>
        <a:xfrm>
          <a:off x="0" y="3492155"/>
          <a:ext cx="7488936"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356EBF-68CF-44A9-B6CB-87D3ED8ECE09}">
      <dsp:nvSpPr>
        <dsp:cNvPr id="0" name=""/>
        <dsp:cNvSpPr/>
      </dsp:nvSpPr>
      <dsp:spPr>
        <a:xfrm>
          <a:off x="0" y="3492155"/>
          <a:ext cx="7488936" cy="1744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 migration process is designed to be smooth and structured. I use a phased approach to identify and replace deprecated components while maintaining your business logic.</a:t>
          </a:r>
        </a:p>
      </dsp:txBody>
      <dsp:txXfrm>
        <a:off x="0" y="3492155"/>
        <a:ext cx="7488936" cy="17447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1B980A-D16B-495A-8371-D5E1EFA12C42}">
      <dsp:nvSpPr>
        <dsp:cNvPr id="0" name=""/>
        <dsp:cNvSpPr/>
      </dsp:nvSpPr>
      <dsp:spPr>
        <a:xfrm>
          <a:off x="0" y="639"/>
          <a:ext cx="8619363"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9E2C5B-879E-4A59-ADBD-4F6EB0802278}">
      <dsp:nvSpPr>
        <dsp:cNvPr id="0" name=""/>
        <dsp:cNvSpPr/>
      </dsp:nvSpPr>
      <dsp:spPr>
        <a:xfrm>
          <a:off x="0" y="639"/>
          <a:ext cx="8619363"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dirty="0"/>
            <a:t>If you are in a situation similar that I mentioned.</a:t>
          </a:r>
          <a:endParaRPr lang="en-US" sz="2700" kern="1200" dirty="0"/>
        </a:p>
      </dsp:txBody>
      <dsp:txXfrm>
        <a:off x="0" y="639"/>
        <a:ext cx="8619363" cy="1047646"/>
      </dsp:txXfrm>
    </dsp:sp>
    <dsp:sp modelId="{347B3978-76C5-40DF-AEF8-93F6422757EA}">
      <dsp:nvSpPr>
        <dsp:cNvPr id="0" name=""/>
        <dsp:cNvSpPr/>
      </dsp:nvSpPr>
      <dsp:spPr>
        <a:xfrm>
          <a:off x="0" y="1048286"/>
          <a:ext cx="8619363" cy="0"/>
        </a:xfrm>
        <a:prstGeom prst="line">
          <a:avLst/>
        </a:prstGeom>
        <a:solidFill>
          <a:schemeClr val="accent2">
            <a:hueOff val="338703"/>
            <a:satOff val="-1658"/>
            <a:lumOff val="931"/>
            <a:alphaOff val="0"/>
          </a:schemeClr>
        </a:solidFill>
        <a:ln w="19050" cap="rnd" cmpd="sng" algn="ctr">
          <a:solidFill>
            <a:schemeClr val="accent2">
              <a:hueOff val="338703"/>
              <a:satOff val="-1658"/>
              <a:lumOff val="9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48E3CA-E69B-42A0-814D-631DE15AE6A8}">
      <dsp:nvSpPr>
        <dsp:cNvPr id="0" name=""/>
        <dsp:cNvSpPr/>
      </dsp:nvSpPr>
      <dsp:spPr>
        <a:xfrm>
          <a:off x="0" y="1048286"/>
          <a:ext cx="8619363"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dirty="0"/>
            <a:t>S</a:t>
          </a:r>
          <a:r>
            <a:rPr lang="en-US" sz="2700" kern="1200" dirty="0" err="1"/>
            <a:t>truggling</a:t>
          </a:r>
          <a:r>
            <a:rPr lang="en-US" sz="2700" kern="1200" dirty="0"/>
            <a:t> with an outdated .NET application that limits performance, scalability, and security?</a:t>
          </a:r>
        </a:p>
      </dsp:txBody>
      <dsp:txXfrm>
        <a:off x="0" y="1048286"/>
        <a:ext cx="8619363" cy="1047646"/>
      </dsp:txXfrm>
    </dsp:sp>
    <dsp:sp modelId="{76CC421C-6811-4F55-9C2E-0723DE57DD4C}">
      <dsp:nvSpPr>
        <dsp:cNvPr id="0" name=""/>
        <dsp:cNvSpPr/>
      </dsp:nvSpPr>
      <dsp:spPr>
        <a:xfrm>
          <a:off x="0" y="2095932"/>
          <a:ext cx="8619363"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9355F3-2D70-4050-B44D-C133E61C04BA}">
      <dsp:nvSpPr>
        <dsp:cNvPr id="0" name=""/>
        <dsp:cNvSpPr/>
      </dsp:nvSpPr>
      <dsp:spPr>
        <a:xfrm>
          <a:off x="0" y="2095932"/>
          <a:ext cx="8619363"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dirty="0"/>
            <a:t>Customers are waiting for new release within new features and solutions to the existing bugs inside.</a:t>
          </a:r>
          <a:endParaRPr lang="en-US" sz="2700" kern="1200" dirty="0"/>
        </a:p>
      </dsp:txBody>
      <dsp:txXfrm>
        <a:off x="0" y="2095932"/>
        <a:ext cx="8619363" cy="1047646"/>
      </dsp:txXfrm>
    </dsp:sp>
    <dsp:sp modelId="{12CDDC74-46CA-4873-9A42-C67796593AD8}">
      <dsp:nvSpPr>
        <dsp:cNvPr id="0" name=""/>
        <dsp:cNvSpPr/>
      </dsp:nvSpPr>
      <dsp:spPr>
        <a:xfrm>
          <a:off x="0" y="3143579"/>
          <a:ext cx="8619363" cy="0"/>
        </a:xfrm>
        <a:prstGeom prst="line">
          <a:avLst/>
        </a:prstGeom>
        <a:solidFill>
          <a:schemeClr val="accent2">
            <a:hueOff val="1016110"/>
            <a:satOff val="-4974"/>
            <a:lumOff val="2794"/>
            <a:alphaOff val="0"/>
          </a:schemeClr>
        </a:solidFill>
        <a:ln w="19050" cap="rnd" cmpd="sng" algn="ctr">
          <a:solidFill>
            <a:schemeClr val="accent2">
              <a:hueOff val="1016110"/>
              <a:satOff val="-4974"/>
              <a:lumOff val="279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187CF4-FAEA-410A-AF3C-3BFFEC556A74}">
      <dsp:nvSpPr>
        <dsp:cNvPr id="0" name=""/>
        <dsp:cNvSpPr/>
      </dsp:nvSpPr>
      <dsp:spPr>
        <a:xfrm>
          <a:off x="0" y="3143579"/>
          <a:ext cx="8619363"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dirty="0"/>
            <a:t>The financialy maintain cost exceeds the modernization costs.</a:t>
          </a:r>
          <a:endParaRPr lang="en-US" sz="2700" kern="1200" dirty="0"/>
        </a:p>
      </dsp:txBody>
      <dsp:txXfrm>
        <a:off x="0" y="3143579"/>
        <a:ext cx="8619363" cy="1047646"/>
      </dsp:txXfrm>
    </dsp:sp>
    <dsp:sp modelId="{4276509D-33CC-4BC0-88D0-8B99A533CC92}">
      <dsp:nvSpPr>
        <dsp:cNvPr id="0" name=""/>
        <dsp:cNvSpPr/>
      </dsp:nvSpPr>
      <dsp:spPr>
        <a:xfrm>
          <a:off x="0" y="4191225"/>
          <a:ext cx="8619363"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60ABB3-3E69-481D-9A22-0AF32CF74001}">
      <dsp:nvSpPr>
        <dsp:cNvPr id="0" name=""/>
        <dsp:cNvSpPr/>
      </dsp:nvSpPr>
      <dsp:spPr>
        <a:xfrm>
          <a:off x="0" y="4191225"/>
          <a:ext cx="8619363" cy="104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tr-TR" sz="2700" kern="1200" dirty="0"/>
            <a:t>IT IS TIME TO MOVE ON TO .NET9 NOW.</a:t>
          </a:r>
          <a:endParaRPr lang="en-US" sz="2700" kern="1200" dirty="0"/>
        </a:p>
      </dsp:txBody>
      <dsp:txXfrm>
        <a:off x="0" y="4191225"/>
        <a:ext cx="8619363" cy="10476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1B980A-D16B-495A-8371-D5E1EFA12C42}">
      <dsp:nvSpPr>
        <dsp:cNvPr id="0" name=""/>
        <dsp:cNvSpPr/>
      </dsp:nvSpPr>
      <dsp:spPr>
        <a:xfrm>
          <a:off x="0" y="5025"/>
          <a:ext cx="8676513"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9E2C5B-879E-4A59-ADBD-4F6EB0802278}">
      <dsp:nvSpPr>
        <dsp:cNvPr id="0" name=""/>
        <dsp:cNvSpPr/>
      </dsp:nvSpPr>
      <dsp:spPr>
        <a:xfrm>
          <a:off x="0" y="5025"/>
          <a:ext cx="8668039" cy="839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dirty="0"/>
            <a:t>With 20+ years of experience in .NET technologies, I provide a comprehensive migration service that ensures minimal disruption, optimized performance, and long-term maintainability. </a:t>
          </a:r>
          <a:endParaRPr lang="en-US" sz="1600" kern="1200" dirty="0"/>
        </a:p>
      </dsp:txBody>
      <dsp:txXfrm>
        <a:off x="0" y="5025"/>
        <a:ext cx="8668039" cy="839734"/>
      </dsp:txXfrm>
    </dsp:sp>
    <dsp:sp modelId="{0E7004D1-E393-473B-856F-AB564D0D221C}">
      <dsp:nvSpPr>
        <dsp:cNvPr id="0" name=""/>
        <dsp:cNvSpPr/>
      </dsp:nvSpPr>
      <dsp:spPr>
        <a:xfrm>
          <a:off x="0" y="844759"/>
          <a:ext cx="8676513" cy="0"/>
        </a:xfrm>
        <a:prstGeom prst="line">
          <a:avLst/>
        </a:prstGeom>
        <a:solidFill>
          <a:schemeClr val="accent2">
            <a:hueOff val="225802"/>
            <a:satOff val="-1105"/>
            <a:lumOff val="621"/>
            <a:alphaOff val="0"/>
          </a:schemeClr>
        </a:solidFill>
        <a:ln w="19050" cap="rnd" cmpd="sng" algn="ctr">
          <a:solidFill>
            <a:schemeClr val="accent2">
              <a:hueOff val="225802"/>
              <a:satOff val="-1105"/>
              <a:lumOff val="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09B247-DA58-4C10-92B9-C2CDDD5A0076}">
      <dsp:nvSpPr>
        <dsp:cNvPr id="0" name=""/>
        <dsp:cNvSpPr/>
      </dsp:nvSpPr>
      <dsp:spPr>
        <a:xfrm>
          <a:off x="0" y="844759"/>
          <a:ext cx="8676513" cy="838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dirty="0"/>
            <a:t>Unlike generic migration services, I take a strategic, step-by-step approach to ensure</a:t>
          </a:r>
          <a:r>
            <a:rPr lang="tr-TR" sz="1600" b="0" i="0" kern="1200" dirty="0"/>
            <a:t>:</a:t>
          </a:r>
          <a:endParaRPr lang="en-US" sz="1600" kern="1200" dirty="0"/>
        </a:p>
      </dsp:txBody>
      <dsp:txXfrm>
        <a:off x="0" y="844759"/>
        <a:ext cx="8676513" cy="838301"/>
      </dsp:txXfrm>
    </dsp:sp>
    <dsp:sp modelId="{2254DF84-00EF-45FE-AF89-5EE39B40B6A3}">
      <dsp:nvSpPr>
        <dsp:cNvPr id="0" name=""/>
        <dsp:cNvSpPr/>
      </dsp:nvSpPr>
      <dsp:spPr>
        <a:xfrm>
          <a:off x="0" y="1683060"/>
          <a:ext cx="8676513" cy="0"/>
        </a:xfrm>
        <a:prstGeom prst="line">
          <a:avLst/>
        </a:prstGeom>
        <a:solidFill>
          <a:schemeClr val="accent2">
            <a:hueOff val="451605"/>
            <a:satOff val="-2211"/>
            <a:lumOff val="1242"/>
            <a:alphaOff val="0"/>
          </a:schemeClr>
        </a:solidFill>
        <a:ln w="19050" cap="rnd" cmpd="sng" algn="ctr">
          <a:solidFill>
            <a:schemeClr val="accent2">
              <a:hueOff val="451605"/>
              <a:satOff val="-2211"/>
              <a:lumOff val="124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09EDEA-D9AD-4728-BA3A-51A678E909ED}">
      <dsp:nvSpPr>
        <dsp:cNvPr id="0" name=""/>
        <dsp:cNvSpPr/>
      </dsp:nvSpPr>
      <dsp:spPr>
        <a:xfrm>
          <a:off x="0" y="1683060"/>
          <a:ext cx="8676513" cy="838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b="0" i="0" kern="1200" dirty="0"/>
            <a:t>✅ Seamless Backend &amp; Frontend Modernization</a:t>
          </a:r>
          <a:endParaRPr lang="en-US" sz="1600" kern="1200" dirty="0"/>
        </a:p>
      </dsp:txBody>
      <dsp:txXfrm>
        <a:off x="0" y="1683060"/>
        <a:ext cx="8676513" cy="838301"/>
      </dsp:txXfrm>
    </dsp:sp>
    <dsp:sp modelId="{EB8C643C-F453-4815-B82D-084AB4B4F071}">
      <dsp:nvSpPr>
        <dsp:cNvPr id="0" name=""/>
        <dsp:cNvSpPr/>
      </dsp:nvSpPr>
      <dsp:spPr>
        <a:xfrm>
          <a:off x="0" y="2521362"/>
          <a:ext cx="8676513"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829851-82E4-4750-9174-7E3ECB0CD92B}">
      <dsp:nvSpPr>
        <dsp:cNvPr id="0" name=""/>
        <dsp:cNvSpPr/>
      </dsp:nvSpPr>
      <dsp:spPr>
        <a:xfrm>
          <a:off x="0" y="2521362"/>
          <a:ext cx="8676513" cy="838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b="0" i="0" kern="1200" dirty="0"/>
            <a:t>✅ Security &amp; Performance Enhancements with Profiler Tuning</a:t>
          </a:r>
          <a:endParaRPr lang="en-US" sz="1600" kern="1200" dirty="0"/>
        </a:p>
      </dsp:txBody>
      <dsp:txXfrm>
        <a:off x="0" y="2521362"/>
        <a:ext cx="8676513" cy="838301"/>
      </dsp:txXfrm>
    </dsp:sp>
    <dsp:sp modelId="{B9757EA8-0084-454D-A1D8-81AC223009B4}">
      <dsp:nvSpPr>
        <dsp:cNvPr id="0" name=""/>
        <dsp:cNvSpPr/>
      </dsp:nvSpPr>
      <dsp:spPr>
        <a:xfrm>
          <a:off x="0" y="3359663"/>
          <a:ext cx="8676513" cy="0"/>
        </a:xfrm>
        <a:prstGeom prst="line">
          <a:avLst/>
        </a:prstGeom>
        <a:solidFill>
          <a:schemeClr val="accent2">
            <a:hueOff val="903209"/>
            <a:satOff val="-4421"/>
            <a:lumOff val="2483"/>
            <a:alphaOff val="0"/>
          </a:schemeClr>
        </a:solidFill>
        <a:ln w="19050" cap="rnd" cmpd="sng" algn="ctr">
          <a:solidFill>
            <a:schemeClr val="accent2">
              <a:hueOff val="903209"/>
              <a:satOff val="-4421"/>
              <a:lumOff val="24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D4F0CD-FF0A-4AFC-B57C-A920E73D09EC}">
      <dsp:nvSpPr>
        <dsp:cNvPr id="0" name=""/>
        <dsp:cNvSpPr/>
      </dsp:nvSpPr>
      <dsp:spPr>
        <a:xfrm>
          <a:off x="0" y="3359663"/>
          <a:ext cx="8676513" cy="838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b="0" i="0" kern="1200" dirty="0"/>
            <a:t>✅ Zero-Downtime Deployment with CI/CD Best Practices</a:t>
          </a:r>
          <a:endParaRPr lang="en-US" sz="1600" kern="1200" dirty="0"/>
        </a:p>
      </dsp:txBody>
      <dsp:txXfrm>
        <a:off x="0" y="3359663"/>
        <a:ext cx="8676513" cy="838301"/>
      </dsp:txXfrm>
    </dsp:sp>
    <dsp:sp modelId="{9156AD25-5992-40DA-810C-15216EEC3D4B}">
      <dsp:nvSpPr>
        <dsp:cNvPr id="0" name=""/>
        <dsp:cNvSpPr/>
      </dsp:nvSpPr>
      <dsp:spPr>
        <a:xfrm>
          <a:off x="0" y="4197964"/>
          <a:ext cx="8676513" cy="0"/>
        </a:xfrm>
        <a:prstGeom prst="line">
          <a:avLst/>
        </a:prstGeom>
        <a:solidFill>
          <a:schemeClr val="accent2">
            <a:hueOff val="1129012"/>
            <a:satOff val="-5527"/>
            <a:lumOff val="3104"/>
            <a:alphaOff val="0"/>
          </a:schemeClr>
        </a:solidFill>
        <a:ln w="19050" cap="rnd" cmpd="sng" algn="ctr">
          <a:solidFill>
            <a:schemeClr val="accent2">
              <a:hueOff val="1129012"/>
              <a:satOff val="-5527"/>
              <a:lumOff val="310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4D2252-0B42-476E-8758-008F121B8911}">
      <dsp:nvSpPr>
        <dsp:cNvPr id="0" name=""/>
        <dsp:cNvSpPr/>
      </dsp:nvSpPr>
      <dsp:spPr>
        <a:xfrm>
          <a:off x="0" y="4197964"/>
          <a:ext cx="8676513" cy="838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b="0" i="0" kern="1200" dirty="0"/>
            <a:t>✅ Cloud Migration &amp; Scalability (Azure/AWS)</a:t>
          </a:r>
          <a:endParaRPr lang="en-US" sz="1600" kern="1200" dirty="0"/>
        </a:p>
      </dsp:txBody>
      <dsp:txXfrm>
        <a:off x="0" y="4197964"/>
        <a:ext cx="8676513" cy="838301"/>
      </dsp:txXfrm>
    </dsp:sp>
    <dsp:sp modelId="{044F40D0-95CB-4510-9460-6B3EB9982646}">
      <dsp:nvSpPr>
        <dsp:cNvPr id="0" name=""/>
        <dsp:cNvSpPr/>
      </dsp:nvSpPr>
      <dsp:spPr>
        <a:xfrm>
          <a:off x="0" y="5036265"/>
          <a:ext cx="8676513"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28ACF1-1B7E-44B3-8E94-6CAD098787D4}">
      <dsp:nvSpPr>
        <dsp:cNvPr id="0" name=""/>
        <dsp:cNvSpPr/>
      </dsp:nvSpPr>
      <dsp:spPr>
        <a:xfrm>
          <a:off x="0" y="5036265"/>
          <a:ext cx="8676513" cy="838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b="0" i="0" kern="1200" dirty="0"/>
            <a:t>✅ End-to-End Support &amp; Developer Training</a:t>
          </a:r>
          <a:endParaRPr lang="en-US" sz="1600" kern="1200" dirty="0"/>
        </a:p>
      </dsp:txBody>
      <dsp:txXfrm>
        <a:off x="0" y="5036265"/>
        <a:ext cx="8676513" cy="8383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A850D-10A7-4E6F-826E-065FBF1C31EB}">
      <dsp:nvSpPr>
        <dsp:cNvPr id="0" name=""/>
        <dsp:cNvSpPr/>
      </dsp:nvSpPr>
      <dsp:spPr>
        <a:xfrm>
          <a:off x="0" y="0"/>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FA03AE-4393-4E6B-BEE7-D15AF24BBFE5}">
      <dsp:nvSpPr>
        <dsp:cNvPr id="0" name=""/>
        <dsp:cNvSpPr/>
      </dsp:nvSpPr>
      <dsp:spPr>
        <a:xfrm>
          <a:off x="0" y="0"/>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In the Upcomming Video:</a:t>
          </a:r>
          <a:endParaRPr lang="en-US" sz="1800" kern="1200" dirty="0"/>
        </a:p>
      </dsp:txBody>
      <dsp:txXfrm>
        <a:off x="0" y="0"/>
        <a:ext cx="10706884" cy="654517"/>
      </dsp:txXfrm>
    </dsp:sp>
    <dsp:sp modelId="{BFC0E88D-7AA5-4E30-A3B6-3C0798387A62}">
      <dsp:nvSpPr>
        <dsp:cNvPr id="0" name=""/>
        <dsp:cNvSpPr/>
      </dsp:nvSpPr>
      <dsp:spPr>
        <a:xfrm>
          <a:off x="0" y="654517"/>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9E9B4C-203B-4F2B-B9D5-33A330F5112B}">
      <dsp:nvSpPr>
        <dsp:cNvPr id="0" name=""/>
        <dsp:cNvSpPr/>
      </dsp:nvSpPr>
      <dsp:spPr>
        <a:xfrm>
          <a:off x="0" y="654517"/>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I will start a .NET 9 Migration example.</a:t>
          </a:r>
          <a:endParaRPr lang="en-US" sz="1800" kern="1200" dirty="0"/>
        </a:p>
      </dsp:txBody>
      <dsp:txXfrm>
        <a:off x="0" y="654517"/>
        <a:ext cx="10706884" cy="654517"/>
      </dsp:txXfrm>
    </dsp:sp>
    <dsp:sp modelId="{78093CBF-7E2D-4D7F-A67F-70A109A67E02}">
      <dsp:nvSpPr>
        <dsp:cNvPr id="0" name=""/>
        <dsp:cNvSpPr/>
      </dsp:nvSpPr>
      <dsp:spPr>
        <a:xfrm>
          <a:off x="0" y="1309035"/>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775353-79AF-4BB1-9763-ACD5EED18306}">
      <dsp:nvSpPr>
        <dsp:cNvPr id="0" name=""/>
        <dsp:cNvSpPr/>
      </dsp:nvSpPr>
      <dsp:spPr>
        <a:xfrm>
          <a:off x="0" y="1309035"/>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a:t>I </a:t>
          </a:r>
          <a:r>
            <a:rPr lang="tr-TR" sz="1800" kern="1200" dirty="0"/>
            <a:t>will assume there is an application deployed as an B2B application to several high paying customers.</a:t>
          </a:r>
          <a:endParaRPr lang="en-US" sz="1800" kern="1200" dirty="0"/>
        </a:p>
      </dsp:txBody>
      <dsp:txXfrm>
        <a:off x="0" y="1309035"/>
        <a:ext cx="10706884" cy="654517"/>
      </dsp:txXfrm>
    </dsp:sp>
    <dsp:sp modelId="{44F0ABB0-65BB-4938-A9B2-331690F06A6A}">
      <dsp:nvSpPr>
        <dsp:cNvPr id="0" name=""/>
        <dsp:cNvSpPr/>
      </dsp:nvSpPr>
      <dsp:spPr>
        <a:xfrm>
          <a:off x="0" y="1963553"/>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01D472-7B62-4DE9-BD56-B7C748CE76EA}">
      <dsp:nvSpPr>
        <dsp:cNvPr id="0" name=""/>
        <dsp:cNvSpPr/>
      </dsp:nvSpPr>
      <dsp:spPr>
        <a:xfrm>
          <a:off x="0" y="1963553"/>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Source code is lost. There was no disaster recovery solution or backup exists.</a:t>
          </a:r>
          <a:endParaRPr lang="en-US" sz="1800" kern="1200" dirty="0"/>
        </a:p>
      </dsp:txBody>
      <dsp:txXfrm>
        <a:off x="0" y="1963553"/>
        <a:ext cx="10706884" cy="654517"/>
      </dsp:txXfrm>
    </dsp:sp>
    <dsp:sp modelId="{3FEA2086-076B-445F-90DA-8A4DDDB35422}">
      <dsp:nvSpPr>
        <dsp:cNvPr id="0" name=""/>
        <dsp:cNvSpPr/>
      </dsp:nvSpPr>
      <dsp:spPr>
        <a:xfrm>
          <a:off x="0" y="2618071"/>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67C11A-DB31-4594-9B13-FA08081B63C0}">
      <dsp:nvSpPr>
        <dsp:cNvPr id="0" name=""/>
        <dsp:cNvSpPr/>
      </dsp:nvSpPr>
      <dsp:spPr>
        <a:xfrm>
          <a:off x="0" y="2618071"/>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We have only the database backup from a customer</a:t>
          </a:r>
          <a:endParaRPr lang="en-US" sz="1800" kern="1200" dirty="0"/>
        </a:p>
      </dsp:txBody>
      <dsp:txXfrm>
        <a:off x="0" y="2618071"/>
        <a:ext cx="10706884" cy="654517"/>
      </dsp:txXfrm>
    </dsp:sp>
    <dsp:sp modelId="{429CEE5A-DAFB-4484-9E6A-F56FE444366A}">
      <dsp:nvSpPr>
        <dsp:cNvPr id="0" name=""/>
        <dsp:cNvSpPr/>
      </dsp:nvSpPr>
      <dsp:spPr>
        <a:xfrm>
          <a:off x="0" y="3272589"/>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8798EF-8803-4837-AAB3-4CB562210CD6}">
      <dsp:nvSpPr>
        <dsp:cNvPr id="0" name=""/>
        <dsp:cNvSpPr/>
      </dsp:nvSpPr>
      <dsp:spPr>
        <a:xfrm>
          <a:off x="0" y="3272589"/>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Schema</a:t>
          </a:r>
          <a:r>
            <a:rPr lang="en-US" sz="1800" kern="1200" dirty="0"/>
            <a:t> does not change from customer to customer.</a:t>
          </a:r>
        </a:p>
      </dsp:txBody>
      <dsp:txXfrm>
        <a:off x="0" y="3272589"/>
        <a:ext cx="10706884" cy="654517"/>
      </dsp:txXfrm>
    </dsp:sp>
    <dsp:sp modelId="{D2EDA58D-044A-4F68-9BD0-ADFD7762C0C3}">
      <dsp:nvSpPr>
        <dsp:cNvPr id="0" name=""/>
        <dsp:cNvSpPr/>
      </dsp:nvSpPr>
      <dsp:spPr>
        <a:xfrm>
          <a:off x="0" y="3927107"/>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3B7343-678A-4A77-89FA-67C2E91B3E0F}">
      <dsp:nvSpPr>
        <dsp:cNvPr id="0" name=""/>
        <dsp:cNvSpPr/>
      </dsp:nvSpPr>
      <dsp:spPr>
        <a:xfrm>
          <a:off x="0" y="3927107"/>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Developers are retired or resigned, but assume I know all the user stories.</a:t>
          </a:r>
          <a:endParaRPr lang="en-US" sz="1800" kern="1200" dirty="0"/>
        </a:p>
      </dsp:txBody>
      <dsp:txXfrm>
        <a:off x="0" y="3927107"/>
        <a:ext cx="10706884" cy="654517"/>
      </dsp:txXfrm>
    </dsp:sp>
    <dsp:sp modelId="{77C9C9F4-2189-496D-B4D2-22E48136BCE5}">
      <dsp:nvSpPr>
        <dsp:cNvPr id="0" name=""/>
        <dsp:cNvSpPr/>
      </dsp:nvSpPr>
      <dsp:spPr>
        <a:xfrm>
          <a:off x="0" y="4581625"/>
          <a:ext cx="10706884"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C070DA-A5EA-4128-B793-9AFC9BA672DE}">
      <dsp:nvSpPr>
        <dsp:cNvPr id="0" name=""/>
        <dsp:cNvSpPr/>
      </dsp:nvSpPr>
      <dsp:spPr>
        <a:xfrm>
          <a:off x="0" y="4581625"/>
          <a:ext cx="10706884" cy="65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tr-TR" sz="1800" kern="1200" dirty="0"/>
            <a:t>My task will be create a POC version in .NET9 in 2 days. </a:t>
          </a:r>
          <a:endParaRPr lang="en-US" sz="1800" kern="1200" dirty="0"/>
        </a:p>
      </dsp:txBody>
      <dsp:txXfrm>
        <a:off x="0" y="4581625"/>
        <a:ext cx="10706884" cy="6545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D656C-4A4B-4F20-BDD3-699BE738EA03}">
      <dsp:nvSpPr>
        <dsp:cNvPr id="0" name=""/>
        <dsp:cNvSpPr/>
      </dsp:nvSpPr>
      <dsp:spPr>
        <a:xfrm>
          <a:off x="170728" y="1528237"/>
          <a:ext cx="1139288" cy="11392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5A386-C955-4607-9B9D-39D98E403804}">
      <dsp:nvSpPr>
        <dsp:cNvPr id="0" name=""/>
        <dsp:cNvSpPr/>
      </dsp:nvSpPr>
      <dsp:spPr>
        <a:xfrm>
          <a:off x="409978" y="1767487"/>
          <a:ext cx="660787" cy="6607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72EC84-6A45-4628-8CB6-E56D63AC1825}">
      <dsp:nvSpPr>
        <dsp:cNvPr id="0" name=""/>
        <dsp:cNvSpPr/>
      </dsp:nvSpPr>
      <dsp:spPr>
        <a:xfrm>
          <a:off x="1554149" y="1528237"/>
          <a:ext cx="2685464" cy="113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b="0" i="0" kern="1200" dirty="0"/>
            <a:t>Don’t forget to SUBSCRIBE the channel.</a:t>
          </a:r>
          <a:endParaRPr lang="en-US" sz="2400" kern="1200" dirty="0"/>
        </a:p>
      </dsp:txBody>
      <dsp:txXfrm>
        <a:off x="1554149" y="1528237"/>
        <a:ext cx="2685464" cy="1139288"/>
      </dsp:txXfrm>
    </dsp:sp>
    <dsp:sp modelId="{077B295D-15CB-4F31-A1F3-FB331B4DA827}">
      <dsp:nvSpPr>
        <dsp:cNvPr id="0" name=""/>
        <dsp:cNvSpPr/>
      </dsp:nvSpPr>
      <dsp:spPr>
        <a:xfrm>
          <a:off x="4707536" y="1528237"/>
          <a:ext cx="1139288" cy="11392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9A348F-CAC7-4EBB-9891-C006189C7217}">
      <dsp:nvSpPr>
        <dsp:cNvPr id="0" name=""/>
        <dsp:cNvSpPr/>
      </dsp:nvSpPr>
      <dsp:spPr>
        <a:xfrm>
          <a:off x="4946786" y="1767487"/>
          <a:ext cx="660787" cy="6607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7DC6D1-3152-452F-BE87-9D9C1F447C13}">
      <dsp:nvSpPr>
        <dsp:cNvPr id="0" name=""/>
        <dsp:cNvSpPr/>
      </dsp:nvSpPr>
      <dsp:spPr>
        <a:xfrm>
          <a:off x="6090957" y="1528237"/>
          <a:ext cx="2685464" cy="113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b="0" i="0" kern="1200"/>
            <a:t>Don’t forget to LIKE this video.</a:t>
          </a:r>
          <a:endParaRPr lang="en-US" sz="2400" kern="1200"/>
        </a:p>
      </dsp:txBody>
      <dsp:txXfrm>
        <a:off x="6090957" y="1528237"/>
        <a:ext cx="2685464" cy="11392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088B15-155E-4C16-ACA5-DAB68330B932}">
      <dsp:nvSpPr>
        <dsp:cNvPr id="0" name=""/>
        <dsp:cNvSpPr/>
      </dsp:nvSpPr>
      <dsp:spPr>
        <a:xfrm>
          <a:off x="1202420" y="1549"/>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483243-1B10-490C-B4C3-4D3DA2941204}">
      <dsp:nvSpPr>
        <dsp:cNvPr id="0" name=""/>
        <dsp:cNvSpPr/>
      </dsp:nvSpPr>
      <dsp:spPr>
        <a:xfrm>
          <a:off x="1408084" y="207213"/>
          <a:ext cx="553710" cy="553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8F94CC-F264-4D09-B165-D34238277490}">
      <dsp:nvSpPr>
        <dsp:cNvPr id="0" name=""/>
        <dsp:cNvSpPr/>
      </dsp:nvSpPr>
      <dsp:spPr>
        <a:xfrm>
          <a:off x="893924" y="1267174"/>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dirty="0"/>
            <a:t>An exıstıng applıcatıon</a:t>
          </a:r>
          <a:endParaRPr lang="en-US" sz="1100" kern="1200" dirty="0"/>
        </a:p>
      </dsp:txBody>
      <dsp:txXfrm>
        <a:off x="893924" y="1267174"/>
        <a:ext cx="1582031" cy="632812"/>
      </dsp:txXfrm>
    </dsp:sp>
    <dsp:sp modelId="{37870C27-37A9-4E29-B83F-8692B1C127D8}">
      <dsp:nvSpPr>
        <dsp:cNvPr id="0" name=""/>
        <dsp:cNvSpPr/>
      </dsp:nvSpPr>
      <dsp:spPr>
        <a:xfrm>
          <a:off x="3061307" y="1549"/>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7D1C66-FCEE-46A4-AEFD-C41CCEA7B93D}">
      <dsp:nvSpPr>
        <dsp:cNvPr id="0" name=""/>
        <dsp:cNvSpPr/>
      </dsp:nvSpPr>
      <dsp:spPr>
        <a:xfrm>
          <a:off x="3266971" y="207213"/>
          <a:ext cx="553710" cy="553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01B9C4-6561-446B-AF1B-1DC5BEDACEAB}">
      <dsp:nvSpPr>
        <dsp:cNvPr id="0" name=""/>
        <dsp:cNvSpPr/>
      </dsp:nvSpPr>
      <dsp:spPr>
        <a:xfrm>
          <a:off x="2752811" y="1267174"/>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dirty="0"/>
            <a:t>Source code ıs lost</a:t>
          </a:r>
          <a:endParaRPr lang="en-US" sz="1100" kern="1200" dirty="0"/>
        </a:p>
      </dsp:txBody>
      <dsp:txXfrm>
        <a:off x="2752811" y="1267174"/>
        <a:ext cx="1582031" cy="632812"/>
      </dsp:txXfrm>
    </dsp:sp>
    <dsp:sp modelId="{9FAABC70-05C2-4212-B1F1-5A30A27B67C5}">
      <dsp:nvSpPr>
        <dsp:cNvPr id="0" name=""/>
        <dsp:cNvSpPr/>
      </dsp:nvSpPr>
      <dsp:spPr>
        <a:xfrm>
          <a:off x="4920194" y="1549"/>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53FD29-6B4B-4F5A-AECB-98314777770A}">
      <dsp:nvSpPr>
        <dsp:cNvPr id="0" name=""/>
        <dsp:cNvSpPr/>
      </dsp:nvSpPr>
      <dsp:spPr>
        <a:xfrm>
          <a:off x="5125858" y="207213"/>
          <a:ext cx="553710" cy="553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22EE36-03FB-4875-9930-1831E5AFD48F}">
      <dsp:nvSpPr>
        <dsp:cNvPr id="0" name=""/>
        <dsp:cNvSpPr/>
      </dsp:nvSpPr>
      <dsp:spPr>
        <a:xfrm>
          <a:off x="4611698" y="1267174"/>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dirty="0"/>
            <a:t>Customers depending on ıt and stıll payıng for ıt</a:t>
          </a:r>
          <a:endParaRPr lang="en-US" sz="1100" kern="1200" dirty="0"/>
        </a:p>
      </dsp:txBody>
      <dsp:txXfrm>
        <a:off x="4611698" y="1267174"/>
        <a:ext cx="1582031" cy="632812"/>
      </dsp:txXfrm>
    </dsp:sp>
    <dsp:sp modelId="{905AA313-C1DF-4488-AF77-586BD75B71CE}">
      <dsp:nvSpPr>
        <dsp:cNvPr id="0" name=""/>
        <dsp:cNvSpPr/>
      </dsp:nvSpPr>
      <dsp:spPr>
        <a:xfrm>
          <a:off x="6779081" y="1549"/>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D63639-283D-4C48-840A-D8E49B23BACA}">
      <dsp:nvSpPr>
        <dsp:cNvPr id="0" name=""/>
        <dsp:cNvSpPr/>
      </dsp:nvSpPr>
      <dsp:spPr>
        <a:xfrm>
          <a:off x="6984745" y="207213"/>
          <a:ext cx="553710" cy="553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20869D-74B2-4DC5-A2CA-11917A428E83}">
      <dsp:nvSpPr>
        <dsp:cNvPr id="0" name=""/>
        <dsp:cNvSpPr/>
      </dsp:nvSpPr>
      <dsp:spPr>
        <a:xfrm>
          <a:off x="6470584" y="1267174"/>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dirty="0"/>
            <a:t>Customers waıtıng for new release because new features required</a:t>
          </a:r>
          <a:endParaRPr lang="en-US" sz="1100" kern="1200" dirty="0"/>
        </a:p>
      </dsp:txBody>
      <dsp:txXfrm>
        <a:off x="6470584" y="1267174"/>
        <a:ext cx="1582031" cy="632812"/>
      </dsp:txXfrm>
    </dsp:sp>
    <dsp:sp modelId="{CAA7140B-FE6C-40C3-82DC-36C9177BEED5}">
      <dsp:nvSpPr>
        <dsp:cNvPr id="0" name=""/>
        <dsp:cNvSpPr/>
      </dsp:nvSpPr>
      <dsp:spPr>
        <a:xfrm>
          <a:off x="2131864" y="2295494"/>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9143B1-5798-438F-A2C4-3ACDF1B0623C}">
      <dsp:nvSpPr>
        <dsp:cNvPr id="0" name=""/>
        <dsp:cNvSpPr/>
      </dsp:nvSpPr>
      <dsp:spPr>
        <a:xfrm>
          <a:off x="2337528" y="2501158"/>
          <a:ext cx="553710" cy="5537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5A1CB0-FD80-476B-9579-060388527D96}">
      <dsp:nvSpPr>
        <dsp:cNvPr id="0" name=""/>
        <dsp:cNvSpPr/>
      </dsp:nvSpPr>
      <dsp:spPr>
        <a:xfrm>
          <a:off x="1823368" y="3561119"/>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a:t>There are bugs needs to be solved.</a:t>
          </a:r>
          <a:endParaRPr lang="en-US" sz="1100" kern="1200"/>
        </a:p>
      </dsp:txBody>
      <dsp:txXfrm>
        <a:off x="1823368" y="3561119"/>
        <a:ext cx="1582031" cy="632812"/>
      </dsp:txXfrm>
    </dsp:sp>
    <dsp:sp modelId="{022BC0B7-425F-4F59-9968-B91B9E60F4D8}">
      <dsp:nvSpPr>
        <dsp:cNvPr id="0" name=""/>
        <dsp:cNvSpPr/>
      </dsp:nvSpPr>
      <dsp:spPr>
        <a:xfrm>
          <a:off x="3990750" y="2295494"/>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E1830-368C-4BBD-AD95-C474E4E331BC}">
      <dsp:nvSpPr>
        <dsp:cNvPr id="0" name=""/>
        <dsp:cNvSpPr/>
      </dsp:nvSpPr>
      <dsp:spPr>
        <a:xfrm>
          <a:off x="4196415" y="2501158"/>
          <a:ext cx="553710" cy="5537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1CAAEA-2926-4085-877A-3864FCDDBA3D}">
      <dsp:nvSpPr>
        <dsp:cNvPr id="0" name=""/>
        <dsp:cNvSpPr/>
      </dsp:nvSpPr>
      <dsp:spPr>
        <a:xfrm>
          <a:off x="3682254" y="3561119"/>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dirty="0"/>
            <a:t>UEX ıssues</a:t>
          </a:r>
          <a:endParaRPr lang="en-US" sz="1100" kern="1200" dirty="0"/>
        </a:p>
      </dsp:txBody>
      <dsp:txXfrm>
        <a:off x="3682254" y="3561119"/>
        <a:ext cx="1582031" cy="632812"/>
      </dsp:txXfrm>
    </dsp:sp>
    <dsp:sp modelId="{1A7C3F83-8766-41FC-A863-AC391E1509EC}">
      <dsp:nvSpPr>
        <dsp:cNvPr id="0" name=""/>
        <dsp:cNvSpPr/>
      </dsp:nvSpPr>
      <dsp:spPr>
        <a:xfrm>
          <a:off x="5849637" y="2295494"/>
          <a:ext cx="965039" cy="96503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E47149-FCA4-445F-8137-CE352F8F333A}">
      <dsp:nvSpPr>
        <dsp:cNvPr id="0" name=""/>
        <dsp:cNvSpPr/>
      </dsp:nvSpPr>
      <dsp:spPr>
        <a:xfrm>
          <a:off x="6055301" y="2501158"/>
          <a:ext cx="553710" cy="55371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4ADCAD-508F-44B8-8489-3CFA49FB559A}">
      <dsp:nvSpPr>
        <dsp:cNvPr id="0" name=""/>
        <dsp:cNvSpPr/>
      </dsp:nvSpPr>
      <dsp:spPr>
        <a:xfrm>
          <a:off x="5541141" y="3561119"/>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tr-TR" sz="1100" b="0" i="0" kern="1200" dirty="0"/>
            <a:t>Developers are retıred or resıgned.</a:t>
          </a:r>
          <a:endParaRPr lang="en-US" sz="1100" kern="1200" dirty="0"/>
        </a:p>
      </dsp:txBody>
      <dsp:txXfrm>
        <a:off x="5541141" y="3561119"/>
        <a:ext cx="1582031" cy="6328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D656C-4A4B-4F20-BDD3-699BE738EA03}">
      <dsp:nvSpPr>
        <dsp:cNvPr id="0" name=""/>
        <dsp:cNvSpPr/>
      </dsp:nvSpPr>
      <dsp:spPr>
        <a:xfrm>
          <a:off x="170728" y="1528237"/>
          <a:ext cx="1139288" cy="11392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5A386-C955-4607-9B9D-39D98E403804}">
      <dsp:nvSpPr>
        <dsp:cNvPr id="0" name=""/>
        <dsp:cNvSpPr/>
      </dsp:nvSpPr>
      <dsp:spPr>
        <a:xfrm>
          <a:off x="409978" y="1767487"/>
          <a:ext cx="660787" cy="6607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72EC84-6A45-4628-8CB6-E56D63AC1825}">
      <dsp:nvSpPr>
        <dsp:cNvPr id="0" name=""/>
        <dsp:cNvSpPr/>
      </dsp:nvSpPr>
      <dsp:spPr>
        <a:xfrm>
          <a:off x="1554149" y="1528237"/>
          <a:ext cx="2685464" cy="113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b="0" i="0" kern="1200" dirty="0"/>
            <a:t>Don’t forget to SUBSCRIBE the channel.</a:t>
          </a:r>
          <a:endParaRPr lang="en-US" sz="2400" kern="1200" dirty="0"/>
        </a:p>
      </dsp:txBody>
      <dsp:txXfrm>
        <a:off x="1554149" y="1528237"/>
        <a:ext cx="2685464" cy="1139288"/>
      </dsp:txXfrm>
    </dsp:sp>
    <dsp:sp modelId="{077B295D-15CB-4F31-A1F3-FB331B4DA827}">
      <dsp:nvSpPr>
        <dsp:cNvPr id="0" name=""/>
        <dsp:cNvSpPr/>
      </dsp:nvSpPr>
      <dsp:spPr>
        <a:xfrm>
          <a:off x="4707536" y="1528237"/>
          <a:ext cx="1139288" cy="113928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9A348F-CAC7-4EBB-9891-C006189C7217}">
      <dsp:nvSpPr>
        <dsp:cNvPr id="0" name=""/>
        <dsp:cNvSpPr/>
      </dsp:nvSpPr>
      <dsp:spPr>
        <a:xfrm>
          <a:off x="4946786" y="1767487"/>
          <a:ext cx="660787" cy="6607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7DC6D1-3152-452F-BE87-9D9C1F447C13}">
      <dsp:nvSpPr>
        <dsp:cNvPr id="0" name=""/>
        <dsp:cNvSpPr/>
      </dsp:nvSpPr>
      <dsp:spPr>
        <a:xfrm>
          <a:off x="6090957" y="1528237"/>
          <a:ext cx="2685464" cy="113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tr-TR" sz="2400" b="0" i="0" kern="1200"/>
            <a:t>Don’t forget to LIKE this video.</a:t>
          </a:r>
          <a:endParaRPr lang="en-US" sz="2400" kern="1200"/>
        </a:p>
      </dsp:txBody>
      <dsp:txXfrm>
        <a:off x="6090957" y="1528237"/>
        <a:ext cx="2685464" cy="113928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1B81A-38C4-4904-9097-8519EB0A30DC}" type="datetimeFigureOut">
              <a:rPr lang="tr-TR" smtClean="0"/>
              <a:t>7.07.2025</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74911-B3E0-412C-A9AC-841104B4B930}" type="slidenum">
              <a:rPr lang="tr-TR" smtClean="0"/>
              <a:t>‹#›</a:t>
            </a:fld>
            <a:endParaRPr lang="tr-TR"/>
          </a:p>
        </p:txBody>
      </p:sp>
    </p:spTree>
    <p:extLst>
      <p:ext uri="{BB962C8B-B14F-4D97-AF65-F5344CB8AC3E}">
        <p14:creationId xmlns:p14="http://schemas.microsoft.com/office/powerpoint/2010/main" val="3329963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I will talk about today .NET 9 migration. There are many levels from easy to difficult. It depends what condition legacy app is in. </a:t>
            </a:r>
            <a:br>
              <a:rPr lang="tr-TR" dirty="0"/>
            </a:br>
            <a:r>
              <a:rPr lang="tr-TR" dirty="0"/>
              <a:t>Also depends on developers, architecture, company culture and users too. </a:t>
            </a:r>
          </a:p>
          <a:p>
            <a:endParaRPr lang="tr-TR" dirty="0"/>
          </a:p>
          <a:p>
            <a:r>
              <a:rPr lang="tr-TR" dirty="0"/>
              <a:t>First I will assess the situation, </a:t>
            </a:r>
          </a:p>
          <a:p>
            <a:endParaRPr lang="tr-TR" dirty="0"/>
          </a:p>
          <a:p>
            <a:r>
              <a:rPr lang="tr-TR" dirty="0"/>
              <a:t>Do we actually need to modernize it </a:t>
            </a:r>
          </a:p>
          <a:p>
            <a:r>
              <a:rPr lang="tr-TR" dirty="0"/>
              <a:t>Or could some refactoring just save the legacy code base at least for a certain time.</a:t>
            </a:r>
          </a:p>
          <a:p>
            <a:endParaRPr lang="tr-TR" dirty="0"/>
          </a:p>
          <a:p>
            <a:r>
              <a:rPr lang="tr-TR" dirty="0"/>
              <a:t>If we will do it, would it be financially a good decision for us? </a:t>
            </a:r>
          </a:p>
          <a:p>
            <a:r>
              <a:rPr lang="tr-TR" dirty="0"/>
              <a:t>If we throw a stone, it should be worth that all the birds we scrared off.</a:t>
            </a:r>
          </a:p>
          <a:p>
            <a:endParaRPr lang="tr-TR" dirty="0"/>
          </a:p>
          <a:p>
            <a:r>
              <a:rPr lang="tr-TR" dirty="0"/>
              <a:t>There could be many approach to the problem but this video series is explains how I approach the problem and how I do it. </a:t>
            </a:r>
          </a:p>
        </p:txBody>
      </p:sp>
      <p:sp>
        <p:nvSpPr>
          <p:cNvPr id="4" name="Slide Number Placeholder 3"/>
          <p:cNvSpPr>
            <a:spLocks noGrp="1"/>
          </p:cNvSpPr>
          <p:nvPr>
            <p:ph type="sldNum" sz="quarter" idx="5"/>
          </p:nvPr>
        </p:nvSpPr>
        <p:spPr/>
        <p:txBody>
          <a:bodyPr/>
          <a:lstStyle/>
          <a:p>
            <a:fld id="{0AB74911-B3E0-412C-A9AC-841104B4B930}" type="slidenum">
              <a:rPr lang="tr-TR" smtClean="0"/>
              <a:t>1</a:t>
            </a:fld>
            <a:endParaRPr lang="tr-TR"/>
          </a:p>
        </p:txBody>
      </p:sp>
    </p:spTree>
    <p:extLst>
      <p:ext uri="{BB962C8B-B14F-4D97-AF65-F5344CB8AC3E}">
        <p14:creationId xmlns:p14="http://schemas.microsoft.com/office/powerpoint/2010/main" val="1376251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I will try to answer our 3 main questions.</a:t>
            </a:r>
          </a:p>
          <a:p>
            <a:r>
              <a:rPr lang="tr-TR" dirty="0"/>
              <a:t> </a:t>
            </a:r>
          </a:p>
          <a:p>
            <a:r>
              <a:rPr lang="tr-TR" dirty="0"/>
              <a:t>1. Why should we migrate?</a:t>
            </a:r>
          </a:p>
          <a:p>
            <a:r>
              <a:rPr lang="tr-TR" dirty="0"/>
              <a:t>2. When should we migrate?</a:t>
            </a:r>
          </a:p>
          <a:p>
            <a:r>
              <a:rPr lang="tr-TR" dirty="0"/>
              <a:t>3. How would I do it?</a:t>
            </a:r>
          </a:p>
          <a:p>
            <a:endParaRPr lang="tr-TR" dirty="0"/>
          </a:p>
        </p:txBody>
      </p:sp>
      <p:sp>
        <p:nvSpPr>
          <p:cNvPr id="4" name="Slide Number Placeholder 3"/>
          <p:cNvSpPr>
            <a:spLocks noGrp="1"/>
          </p:cNvSpPr>
          <p:nvPr>
            <p:ph type="sldNum" sz="quarter" idx="5"/>
          </p:nvPr>
        </p:nvSpPr>
        <p:spPr/>
        <p:txBody>
          <a:bodyPr/>
          <a:lstStyle/>
          <a:p>
            <a:fld id="{0AB74911-B3E0-412C-A9AC-841104B4B930}" type="slidenum">
              <a:rPr lang="tr-TR" smtClean="0"/>
              <a:t>2</a:t>
            </a:fld>
            <a:endParaRPr lang="tr-TR"/>
          </a:p>
        </p:txBody>
      </p:sp>
    </p:spTree>
    <p:extLst>
      <p:ext uri="{BB962C8B-B14F-4D97-AF65-F5344CB8AC3E}">
        <p14:creationId xmlns:p14="http://schemas.microsoft.com/office/powerpoint/2010/main" val="562960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a:t>
            </a:r>
            <a:br>
              <a:rPr lang="tr-TR" dirty="0"/>
            </a:br>
            <a:r>
              <a:rPr lang="tr-TR" dirty="0"/>
              <a:t>All are by the book words hah? Nice tailored words. But we need to see real life situation and examples, don’t we right?</a:t>
            </a:r>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3</a:t>
            </a:fld>
            <a:endParaRPr lang="tr-TR"/>
          </a:p>
        </p:txBody>
      </p:sp>
    </p:spTree>
    <p:extLst>
      <p:ext uri="{BB962C8B-B14F-4D97-AF65-F5344CB8AC3E}">
        <p14:creationId xmlns:p14="http://schemas.microsoft.com/office/powerpoint/2010/main" val="3042299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Before getting into this at least you need to have a problem with your product. </a:t>
            </a:r>
          </a:p>
          <a:p>
            <a:r>
              <a:rPr lang="tr-TR" dirty="0"/>
              <a:t>If you don’t have any problem. There is no need to upgrade your application. If it works don’t touch it. </a:t>
            </a:r>
          </a:p>
          <a:p>
            <a:r>
              <a:rPr lang="tr-TR" dirty="0"/>
              <a:t>If we have problems let’s assess what they are and be aware of them.</a:t>
            </a:r>
          </a:p>
          <a:p>
            <a:endParaRPr lang="tr-TR" dirty="0"/>
          </a:p>
          <a:p>
            <a:r>
              <a:rPr lang="tr-TR" dirty="0"/>
              <a:t>----</a:t>
            </a:r>
          </a:p>
          <a:p>
            <a:endParaRPr lang="tr-TR" dirty="0"/>
          </a:p>
          <a:p>
            <a:r>
              <a:rPr lang="tr-TR" dirty="0"/>
              <a:t>The things can’t be always black and white. There could be also intermediatory states between worst and best cases. But if you are in a situation at least </a:t>
            </a:r>
            <a:r>
              <a:rPr lang="tr-TR" b="0" i="0" dirty="0">
                <a:solidFill>
                  <a:srgbClr val="3C4043"/>
                </a:solidFill>
                <a:effectLst/>
                <a:latin typeface="Roboto" panose="02000000000000000000" pitchFamily="2" charset="0"/>
              </a:rPr>
              <a:t>convergent a little bit to the worst case, your hands are tight. You definatelly need to move a modernized version of your application. Your customers are depending on it. </a:t>
            </a:r>
            <a:endParaRPr lang="tr-TR" dirty="0"/>
          </a:p>
          <a:p>
            <a:endParaRPr lang="tr-TR" dirty="0"/>
          </a:p>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It could be an MFC++, Visual Basic, Windows Forms, ASP.NET 2.0, 16bit C application, a java application older than Java SE 6</a:t>
            </a:r>
          </a:p>
          <a:p>
            <a:endParaRPr lang="tr-TR" dirty="0"/>
          </a:p>
        </p:txBody>
      </p:sp>
      <p:sp>
        <p:nvSpPr>
          <p:cNvPr id="4" name="Slide Number Placeholder 3"/>
          <p:cNvSpPr>
            <a:spLocks noGrp="1"/>
          </p:cNvSpPr>
          <p:nvPr>
            <p:ph type="sldNum" sz="quarter" idx="5"/>
          </p:nvPr>
        </p:nvSpPr>
        <p:spPr/>
        <p:txBody>
          <a:bodyPr/>
          <a:lstStyle/>
          <a:p>
            <a:fld id="{0AB74911-B3E0-412C-A9AC-841104B4B930}" type="slidenum">
              <a:rPr lang="tr-TR" smtClean="0"/>
              <a:t>4</a:t>
            </a:fld>
            <a:endParaRPr lang="tr-TR"/>
          </a:p>
        </p:txBody>
      </p:sp>
    </p:spTree>
    <p:extLst>
      <p:ext uri="{BB962C8B-B14F-4D97-AF65-F5344CB8AC3E}">
        <p14:creationId xmlns:p14="http://schemas.microsoft.com/office/powerpoint/2010/main" val="1045822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F9436-0387-99D9-12C2-8573513C0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DE733-C3A3-8697-2400-3A49E4B3912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94595C8-CB1C-3993-D516-09D20DC800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ide Number Placeholder 3">
            <a:extLst>
              <a:ext uri="{FF2B5EF4-FFF2-40B4-BE49-F238E27FC236}">
                <a16:creationId xmlns:a16="http://schemas.microsoft.com/office/drawing/2014/main" id="{337AF734-3CDD-44B1-7E35-45C3DF4FE2C9}"/>
              </a:ext>
            </a:extLst>
          </p:cNvPr>
          <p:cNvSpPr>
            <a:spLocks noGrp="1"/>
          </p:cNvSpPr>
          <p:nvPr>
            <p:ph type="sldNum" sz="quarter" idx="5"/>
          </p:nvPr>
        </p:nvSpPr>
        <p:spPr/>
        <p:txBody>
          <a:bodyPr/>
          <a:lstStyle/>
          <a:p>
            <a:fld id="{0AB74911-B3E0-412C-A9AC-841104B4B930}" type="slidenum">
              <a:rPr lang="tr-TR" smtClean="0"/>
              <a:t>5</a:t>
            </a:fld>
            <a:endParaRPr lang="tr-TR"/>
          </a:p>
        </p:txBody>
      </p:sp>
    </p:spTree>
    <p:extLst>
      <p:ext uri="{BB962C8B-B14F-4D97-AF65-F5344CB8AC3E}">
        <p14:creationId xmlns:p14="http://schemas.microsoft.com/office/powerpoint/2010/main" val="2228116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5DFC-A2FA-3A98-D12F-F654E8961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FDDB4-ABFF-10C1-F95B-A3340F47663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B51195A-3E8F-51C4-FCDA-3A7958F603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ide Number Placeholder 3">
            <a:extLst>
              <a:ext uri="{FF2B5EF4-FFF2-40B4-BE49-F238E27FC236}">
                <a16:creationId xmlns:a16="http://schemas.microsoft.com/office/drawing/2014/main" id="{9ACF6FA2-01C7-9EE6-7C2A-F782FFBA952A}"/>
              </a:ext>
            </a:extLst>
          </p:cNvPr>
          <p:cNvSpPr>
            <a:spLocks noGrp="1"/>
          </p:cNvSpPr>
          <p:nvPr>
            <p:ph type="sldNum" sz="quarter" idx="5"/>
          </p:nvPr>
        </p:nvSpPr>
        <p:spPr/>
        <p:txBody>
          <a:bodyPr/>
          <a:lstStyle/>
          <a:p>
            <a:fld id="{0AB74911-B3E0-412C-A9AC-841104B4B930}" type="slidenum">
              <a:rPr lang="tr-TR" smtClean="0"/>
              <a:t>6</a:t>
            </a:fld>
            <a:endParaRPr lang="tr-TR"/>
          </a:p>
        </p:txBody>
      </p:sp>
    </p:spTree>
    <p:extLst>
      <p:ext uri="{BB962C8B-B14F-4D97-AF65-F5344CB8AC3E}">
        <p14:creationId xmlns:p14="http://schemas.microsoft.com/office/powerpoint/2010/main" val="2524790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4FDCB-B0FC-E317-A517-BD575AB39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FF59E-4D21-F919-AF0A-F1A63CE8F7B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092E55B-FA8F-7227-20FE-22E3451A8B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ide Number Placeholder 3">
            <a:extLst>
              <a:ext uri="{FF2B5EF4-FFF2-40B4-BE49-F238E27FC236}">
                <a16:creationId xmlns:a16="http://schemas.microsoft.com/office/drawing/2014/main" id="{74C7D979-410C-B408-E4BD-CAD064F4BA72}"/>
              </a:ext>
            </a:extLst>
          </p:cNvPr>
          <p:cNvSpPr>
            <a:spLocks noGrp="1"/>
          </p:cNvSpPr>
          <p:nvPr>
            <p:ph type="sldNum" sz="quarter" idx="5"/>
          </p:nvPr>
        </p:nvSpPr>
        <p:spPr/>
        <p:txBody>
          <a:bodyPr/>
          <a:lstStyle/>
          <a:p>
            <a:fld id="{0AB74911-B3E0-412C-A9AC-841104B4B930}" type="slidenum">
              <a:rPr lang="tr-TR" smtClean="0"/>
              <a:t>7</a:t>
            </a:fld>
            <a:endParaRPr lang="tr-TR"/>
          </a:p>
        </p:txBody>
      </p:sp>
    </p:spTree>
    <p:extLst>
      <p:ext uri="{BB962C8B-B14F-4D97-AF65-F5344CB8AC3E}">
        <p14:creationId xmlns:p14="http://schemas.microsoft.com/office/powerpoint/2010/main" val="2724168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FDB74-566F-7611-5D72-8CA3D6767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6C36B-BFBB-D671-582D-1B2945A2ECA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04C3C1-3235-A975-E569-39F86A39CF29}"/>
              </a:ext>
            </a:extLst>
          </p:cNvPr>
          <p:cNvSpPr>
            <a:spLocks noGrp="1"/>
          </p:cNvSpPr>
          <p:nvPr>
            <p:ph type="body" idx="1"/>
          </p:nvPr>
        </p:nvSpPr>
        <p:spPr/>
        <p:txBody>
          <a:bodyPr/>
          <a:lstStyle/>
          <a:p>
            <a:endParaRPr lang="tr-TR" dirty="0"/>
          </a:p>
        </p:txBody>
      </p:sp>
      <p:sp>
        <p:nvSpPr>
          <p:cNvPr id="4" name="Slide Number Placeholder 3">
            <a:extLst>
              <a:ext uri="{FF2B5EF4-FFF2-40B4-BE49-F238E27FC236}">
                <a16:creationId xmlns:a16="http://schemas.microsoft.com/office/drawing/2014/main" id="{6E035A6B-51A7-8211-B179-503ED414FFB1}"/>
              </a:ext>
            </a:extLst>
          </p:cNvPr>
          <p:cNvSpPr>
            <a:spLocks noGrp="1"/>
          </p:cNvSpPr>
          <p:nvPr>
            <p:ph type="sldNum" sz="quarter" idx="5"/>
          </p:nvPr>
        </p:nvSpPr>
        <p:spPr/>
        <p:txBody>
          <a:bodyPr/>
          <a:lstStyle/>
          <a:p>
            <a:fld id="{0AB74911-B3E0-412C-A9AC-841104B4B930}" type="slidenum">
              <a:rPr lang="tr-TR" smtClean="0"/>
              <a:t>8</a:t>
            </a:fld>
            <a:endParaRPr lang="tr-TR"/>
          </a:p>
        </p:txBody>
      </p:sp>
    </p:spTree>
    <p:extLst>
      <p:ext uri="{BB962C8B-B14F-4D97-AF65-F5344CB8AC3E}">
        <p14:creationId xmlns:p14="http://schemas.microsoft.com/office/powerpoint/2010/main" val="4086942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78AE-FB96-BC73-DCB3-E3639E934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1DD47-8CC3-3840-A520-211CB57D8AA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77DA351-38DA-DF06-846C-5E9923A342ED}"/>
              </a:ext>
            </a:extLst>
          </p:cNvPr>
          <p:cNvSpPr>
            <a:spLocks noGrp="1"/>
          </p:cNvSpPr>
          <p:nvPr>
            <p:ph type="body" idx="1"/>
          </p:nvPr>
        </p:nvSpPr>
        <p:spPr/>
        <p:txBody>
          <a:bodyPr/>
          <a:lstStyle/>
          <a:p>
            <a:endParaRPr lang="tr-TR" dirty="0"/>
          </a:p>
        </p:txBody>
      </p:sp>
      <p:sp>
        <p:nvSpPr>
          <p:cNvPr id="4" name="Slide Number Placeholder 3">
            <a:extLst>
              <a:ext uri="{FF2B5EF4-FFF2-40B4-BE49-F238E27FC236}">
                <a16:creationId xmlns:a16="http://schemas.microsoft.com/office/drawing/2014/main" id="{87ED32BF-532B-CBAC-F048-87303CBAE102}"/>
              </a:ext>
            </a:extLst>
          </p:cNvPr>
          <p:cNvSpPr>
            <a:spLocks noGrp="1"/>
          </p:cNvSpPr>
          <p:nvPr>
            <p:ph type="sldNum" sz="quarter" idx="5"/>
          </p:nvPr>
        </p:nvSpPr>
        <p:spPr/>
        <p:txBody>
          <a:bodyPr/>
          <a:lstStyle/>
          <a:p>
            <a:fld id="{0AB74911-B3E0-412C-A9AC-841104B4B930}" type="slidenum">
              <a:rPr lang="tr-TR" smtClean="0"/>
              <a:t>9</a:t>
            </a:fld>
            <a:endParaRPr lang="tr-TR"/>
          </a:p>
        </p:txBody>
      </p:sp>
    </p:spTree>
    <p:extLst>
      <p:ext uri="{BB962C8B-B14F-4D97-AF65-F5344CB8AC3E}">
        <p14:creationId xmlns:p14="http://schemas.microsoft.com/office/powerpoint/2010/main" val="974186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ED722-0874-391F-795E-CD03F8B11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A666F-2502-D255-EE5C-2CCFAA60E2B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C33A694-0D6D-2B81-94BC-CBC33ECDE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A6086-B87E-A0E8-5E1B-CD24D7B7EC6E}"/>
              </a:ext>
            </a:extLst>
          </p:cNvPr>
          <p:cNvSpPr>
            <a:spLocks noGrp="1"/>
          </p:cNvSpPr>
          <p:nvPr>
            <p:ph type="sldNum" sz="quarter" idx="5"/>
          </p:nvPr>
        </p:nvSpPr>
        <p:spPr/>
        <p:txBody>
          <a:bodyPr/>
          <a:lstStyle/>
          <a:p>
            <a:fld id="{0AB74911-B3E0-412C-A9AC-841104B4B930}" type="slidenum">
              <a:rPr lang="tr-TR" smtClean="0"/>
              <a:t>10</a:t>
            </a:fld>
            <a:endParaRPr lang="tr-TR"/>
          </a:p>
        </p:txBody>
      </p:sp>
    </p:spTree>
    <p:extLst>
      <p:ext uri="{BB962C8B-B14F-4D97-AF65-F5344CB8AC3E}">
        <p14:creationId xmlns:p14="http://schemas.microsoft.com/office/powerpoint/2010/main" val="1620606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4BB3D-1FD0-E962-654C-F6B56656F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E9B62-0C3E-FA15-0CF3-9035936422F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C0931B5-ED47-79CE-7F1C-45546124A2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20B79-13D2-4D27-BB86-7C5AA326DA85}"/>
              </a:ext>
            </a:extLst>
          </p:cNvPr>
          <p:cNvSpPr>
            <a:spLocks noGrp="1"/>
          </p:cNvSpPr>
          <p:nvPr>
            <p:ph type="sldNum" sz="quarter" idx="5"/>
          </p:nvPr>
        </p:nvSpPr>
        <p:spPr/>
        <p:txBody>
          <a:bodyPr/>
          <a:lstStyle/>
          <a:p>
            <a:fld id="{0AB74911-B3E0-412C-A9AC-841104B4B930}" type="slidenum">
              <a:rPr lang="tr-TR" smtClean="0"/>
              <a:t>11</a:t>
            </a:fld>
            <a:endParaRPr lang="tr-TR"/>
          </a:p>
        </p:txBody>
      </p:sp>
    </p:spTree>
    <p:extLst>
      <p:ext uri="{BB962C8B-B14F-4D97-AF65-F5344CB8AC3E}">
        <p14:creationId xmlns:p14="http://schemas.microsoft.com/office/powerpoint/2010/main" val="473732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A1504-CB51-CB25-0188-56EF47A7B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88DD6-079C-4B06-F01E-67E7EE7A90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8334E26-B079-3BE7-7621-341B5EB97C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6AB9E0-7253-C90C-DA9E-727D4AD953B4}"/>
              </a:ext>
            </a:extLst>
          </p:cNvPr>
          <p:cNvSpPr>
            <a:spLocks noGrp="1"/>
          </p:cNvSpPr>
          <p:nvPr>
            <p:ph type="sldNum" sz="quarter" idx="5"/>
          </p:nvPr>
        </p:nvSpPr>
        <p:spPr/>
        <p:txBody>
          <a:bodyPr/>
          <a:lstStyle/>
          <a:p>
            <a:fld id="{0AB74911-B3E0-412C-A9AC-841104B4B930}" type="slidenum">
              <a:rPr lang="tr-TR" smtClean="0"/>
              <a:t>12</a:t>
            </a:fld>
            <a:endParaRPr lang="tr-TR"/>
          </a:p>
        </p:txBody>
      </p:sp>
    </p:spTree>
    <p:extLst>
      <p:ext uri="{BB962C8B-B14F-4D97-AF65-F5344CB8AC3E}">
        <p14:creationId xmlns:p14="http://schemas.microsoft.com/office/powerpoint/2010/main" val="2281386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D52D-80C8-AE1B-0BD0-DCCBA46D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4A1E3-E8D0-1409-6763-23CA1613CE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B45260C-CDF1-DFD6-370A-01FE92B23C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First day I will create a backend a restfull web api with C# and .NET9.</a:t>
            </a:r>
            <a:br>
              <a:rPr lang="tr-TR" dirty="0"/>
            </a:br>
            <a:br>
              <a:rPr lang="tr-TR" dirty="0"/>
            </a:br>
            <a:r>
              <a:rPr lang="tr-TR" dirty="0"/>
              <a:t>I will use clean architecture.</a:t>
            </a:r>
          </a:p>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Domain driven model design.</a:t>
            </a:r>
          </a:p>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Database first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tr-TR" dirty="0"/>
          </a:p>
          <a:p>
            <a:pPr marL="0" marR="0" lvl="0" indent="0" algn="l" defTabSz="914400" rtl="0" eaLnBrk="1" fontAlgn="auto" latinLnBrk="0" hangingPunct="1">
              <a:lnSpc>
                <a:spcPct val="100000"/>
              </a:lnSpc>
              <a:spcBef>
                <a:spcPts val="0"/>
              </a:spcBef>
              <a:spcAft>
                <a:spcPts val="0"/>
              </a:spcAft>
              <a:buClrTx/>
              <a:buSzTx/>
              <a:buFontTx/>
              <a:buNone/>
              <a:tabLst/>
              <a:defRPr/>
            </a:pPr>
            <a:r>
              <a:rPr lang="tr-TR"/>
              <a:t>I will use SOLID princibles, design patterns and best practices as much as I can and I know.</a:t>
            </a:r>
            <a:endParaRPr lang="tr-TR" dirty="0"/>
          </a:p>
        </p:txBody>
      </p:sp>
      <p:sp>
        <p:nvSpPr>
          <p:cNvPr id="4" name="Slide Number Placeholder 3">
            <a:extLst>
              <a:ext uri="{FF2B5EF4-FFF2-40B4-BE49-F238E27FC236}">
                <a16:creationId xmlns:a16="http://schemas.microsoft.com/office/drawing/2014/main" id="{3FBDD738-BB6E-530C-8EB6-2678C0C42240}"/>
              </a:ext>
            </a:extLst>
          </p:cNvPr>
          <p:cNvSpPr>
            <a:spLocks noGrp="1"/>
          </p:cNvSpPr>
          <p:nvPr>
            <p:ph type="sldNum" sz="quarter" idx="5"/>
          </p:nvPr>
        </p:nvSpPr>
        <p:spPr/>
        <p:txBody>
          <a:bodyPr/>
          <a:lstStyle/>
          <a:p>
            <a:fld id="{0AB74911-B3E0-412C-A9AC-841104B4B930}" type="slidenum">
              <a:rPr lang="tr-TR" smtClean="0"/>
              <a:t>13</a:t>
            </a:fld>
            <a:endParaRPr lang="tr-TR"/>
          </a:p>
        </p:txBody>
      </p:sp>
    </p:spTree>
    <p:extLst>
      <p:ext uri="{BB962C8B-B14F-4D97-AF65-F5344CB8AC3E}">
        <p14:creationId xmlns:p14="http://schemas.microsoft.com/office/powerpoint/2010/main" val="505297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2D9C-74B0-2B86-BBAC-2F9A42521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FBC20-35CA-4049-E23E-17943276BC1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CD8B5F-4AD3-035E-1C81-C53536E24373}"/>
              </a:ext>
            </a:extLst>
          </p:cNvPr>
          <p:cNvSpPr>
            <a:spLocks noGrp="1"/>
          </p:cNvSpPr>
          <p:nvPr>
            <p:ph type="body" idx="1"/>
          </p:nvPr>
        </p:nvSpPr>
        <p:spPr/>
        <p:txBody>
          <a:bodyPr/>
          <a:lstStyle/>
          <a:p>
            <a:pPr lvl="0"/>
            <a:r>
              <a:rPr lang="tr-TR" dirty="0"/>
              <a:t>Second day I will create a REACT Next.JS User Interface that consumes the backend service that I have created in the first day.</a:t>
            </a:r>
            <a:br>
              <a:rPr lang="tr-TR" dirty="0"/>
            </a:br>
            <a:r>
              <a:rPr lang="tr-TR" dirty="0"/>
              <a:t>I choose react because when the time comes I will explain more about this choice. </a:t>
            </a:r>
          </a:p>
          <a:p>
            <a:pPr lvl="0"/>
            <a:r>
              <a:rPr lang="tr-TR" dirty="0"/>
              <a:t>But I can tell this example Database and user stories shows us this application highly B2B SaaS application full of datagrids and CRUD functionalities. </a:t>
            </a:r>
          </a:p>
          <a:p>
            <a:pPr lvl="0"/>
            <a:r>
              <a:rPr lang="tr-TR" dirty="0"/>
              <a:t>This type of User Experience can be represented with Next.JS and React. </a:t>
            </a:r>
          </a:p>
          <a:p>
            <a:pPr lvl="0"/>
            <a:r>
              <a:rPr lang="tr-TR" dirty="0"/>
              <a:t>Or else I would of course prefer Vanilla JS or others depending on the job description.</a:t>
            </a:r>
          </a:p>
          <a:p>
            <a:pPr lvl="0"/>
            <a:r>
              <a:rPr lang="tr-TR" dirty="0"/>
              <a:t>But today with this example the UI will be a NextJS.</a:t>
            </a:r>
            <a:endParaRPr lang="en-US" dirty="0"/>
          </a:p>
        </p:txBody>
      </p:sp>
      <p:sp>
        <p:nvSpPr>
          <p:cNvPr id="4" name="Slide Number Placeholder 3">
            <a:extLst>
              <a:ext uri="{FF2B5EF4-FFF2-40B4-BE49-F238E27FC236}">
                <a16:creationId xmlns:a16="http://schemas.microsoft.com/office/drawing/2014/main" id="{3942BDDD-330D-DD33-8668-38B5F8FADF68}"/>
              </a:ext>
            </a:extLst>
          </p:cNvPr>
          <p:cNvSpPr>
            <a:spLocks noGrp="1"/>
          </p:cNvSpPr>
          <p:nvPr>
            <p:ph type="sldNum" sz="quarter" idx="5"/>
          </p:nvPr>
        </p:nvSpPr>
        <p:spPr/>
        <p:txBody>
          <a:bodyPr/>
          <a:lstStyle/>
          <a:p>
            <a:fld id="{0AB74911-B3E0-412C-A9AC-841104B4B930}" type="slidenum">
              <a:rPr lang="tr-TR" smtClean="0"/>
              <a:t>14</a:t>
            </a:fld>
            <a:endParaRPr lang="tr-TR"/>
          </a:p>
        </p:txBody>
      </p:sp>
    </p:spTree>
    <p:extLst>
      <p:ext uri="{BB962C8B-B14F-4D97-AF65-F5344CB8AC3E}">
        <p14:creationId xmlns:p14="http://schemas.microsoft.com/office/powerpoint/2010/main" val="721200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Good Luck for me about this task. I hope I could manage it. </a:t>
            </a:r>
            <a:br>
              <a:rPr lang="tr-TR" dirty="0"/>
            </a:br>
            <a:br>
              <a:rPr lang="tr-TR" dirty="0"/>
            </a:br>
            <a:r>
              <a:rPr lang="tr-TR" dirty="0"/>
              <a:t>Don’t forget SUBSCRIBE the channel and like this video if you actually liked it. </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15</a:t>
            </a:fld>
            <a:endParaRPr lang="tr-TR"/>
          </a:p>
        </p:txBody>
      </p:sp>
    </p:spTree>
    <p:extLst>
      <p:ext uri="{BB962C8B-B14F-4D97-AF65-F5344CB8AC3E}">
        <p14:creationId xmlns:p14="http://schemas.microsoft.com/office/powerpoint/2010/main" val="1764835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Lets continue with our .net 9 migration example. Now, we come to how to build a .NET 9 web api over a restored database from an existing application. Lets remind us what we are left from the first video. </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16</a:t>
            </a:fld>
            <a:endParaRPr lang="tr-TR"/>
          </a:p>
        </p:txBody>
      </p:sp>
    </p:spTree>
    <p:extLst>
      <p:ext uri="{BB962C8B-B14F-4D97-AF65-F5344CB8AC3E}">
        <p14:creationId xmlns:p14="http://schemas.microsoft.com/office/powerpoint/2010/main" val="3353562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This was an existing application and it is still in use in production with many high paying customers. Customers are stuck with this version with lots of UEX and UI issues and there are lots of bugs and there are also functional bugs and bussiness logic issues. Can’t be fixed because not just the source code is lost also the developers are resigned or retired.</a:t>
            </a:r>
            <a:br>
              <a:rPr lang="tr-TR" dirty="0"/>
            </a:br>
            <a:br>
              <a:rPr lang="tr-TR" dirty="0"/>
            </a:br>
            <a:r>
              <a:rPr lang="tr-TR" dirty="0"/>
              <a:t>This is our first day and we will migrate the existing database. So this will be a DB First Approach in this nature. Lets examine the existing database first in Dbeaver. </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17</a:t>
            </a:fld>
            <a:endParaRPr lang="tr-TR"/>
          </a:p>
        </p:txBody>
      </p:sp>
    </p:spTree>
    <p:extLst>
      <p:ext uri="{BB962C8B-B14F-4D97-AF65-F5344CB8AC3E}">
        <p14:creationId xmlns:p14="http://schemas.microsoft.com/office/powerpoint/2010/main" val="2647576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C250A-533D-D3E5-03D0-CD7DC59B5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1F5F3-7340-B127-B9DA-9D5FBEF30C9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B13BDA-1331-0E96-CD00-9FAE414F6814}"/>
              </a:ext>
            </a:extLst>
          </p:cNvPr>
          <p:cNvSpPr>
            <a:spLocks noGrp="1"/>
          </p:cNvSpPr>
          <p:nvPr>
            <p:ph type="body" idx="1"/>
          </p:nvPr>
        </p:nvSpPr>
        <p:spPr/>
        <p:txBody>
          <a:bodyPr/>
          <a:lstStyle/>
          <a:p>
            <a:r>
              <a:rPr lang="tr-TR" dirty="0"/>
              <a:t>Lets continue with our .net 9 migration example. Lets remind ourself what we are left from DAY1, we had implemented a .NET WEB API Service Back then and now we need to implement a User Interface that consumes the API. This will be a NEXT JS react application.</a:t>
            </a:r>
            <a:endParaRPr lang="en-US" dirty="0"/>
          </a:p>
        </p:txBody>
      </p:sp>
      <p:sp>
        <p:nvSpPr>
          <p:cNvPr id="4" name="Slide Number Placeholder 3">
            <a:extLst>
              <a:ext uri="{FF2B5EF4-FFF2-40B4-BE49-F238E27FC236}">
                <a16:creationId xmlns:a16="http://schemas.microsoft.com/office/drawing/2014/main" id="{2BEC2BC5-F158-01BC-023A-40F3F7160411}"/>
              </a:ext>
            </a:extLst>
          </p:cNvPr>
          <p:cNvSpPr>
            <a:spLocks noGrp="1"/>
          </p:cNvSpPr>
          <p:nvPr>
            <p:ph type="sldNum" sz="quarter" idx="5"/>
          </p:nvPr>
        </p:nvSpPr>
        <p:spPr/>
        <p:txBody>
          <a:bodyPr/>
          <a:lstStyle/>
          <a:p>
            <a:fld id="{0AB74911-B3E0-412C-A9AC-841104B4B930}" type="slidenum">
              <a:rPr lang="tr-TR" smtClean="0"/>
              <a:t>18</a:t>
            </a:fld>
            <a:endParaRPr lang="tr-TR"/>
          </a:p>
        </p:txBody>
      </p:sp>
    </p:spTree>
    <p:extLst>
      <p:ext uri="{BB962C8B-B14F-4D97-AF65-F5344CB8AC3E}">
        <p14:creationId xmlns:p14="http://schemas.microsoft.com/office/powerpoint/2010/main" val="1554676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4EA4E-85CE-0E02-8DB9-F7EA243D5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9FDE5-9648-7B17-23B9-DE46B66E960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55F15D-5AA7-2607-4503-65A14613D093}"/>
              </a:ext>
            </a:extLst>
          </p:cNvPr>
          <p:cNvSpPr>
            <a:spLocks noGrp="1"/>
          </p:cNvSpPr>
          <p:nvPr>
            <p:ph type="body" idx="1"/>
          </p:nvPr>
        </p:nvSpPr>
        <p:spPr/>
        <p:txBody>
          <a:bodyPr/>
          <a:lstStyle/>
          <a:p>
            <a:r>
              <a:rPr lang="tr-TR" dirty="0"/>
              <a:t>Lets continue with our .net 9 migration example. Lets remind ourself what we are left from DAY1, we had implemented a .NET WEB API Service Back then and now we need to implement a User Interface that consumes the API. This will be a NEXT JS react application.</a:t>
            </a:r>
            <a:endParaRPr lang="en-US" dirty="0"/>
          </a:p>
        </p:txBody>
      </p:sp>
      <p:sp>
        <p:nvSpPr>
          <p:cNvPr id="4" name="Slide Number Placeholder 3">
            <a:extLst>
              <a:ext uri="{FF2B5EF4-FFF2-40B4-BE49-F238E27FC236}">
                <a16:creationId xmlns:a16="http://schemas.microsoft.com/office/drawing/2014/main" id="{9A43987F-F76D-F253-FBA5-AC840FB1BF7A}"/>
              </a:ext>
            </a:extLst>
          </p:cNvPr>
          <p:cNvSpPr>
            <a:spLocks noGrp="1"/>
          </p:cNvSpPr>
          <p:nvPr>
            <p:ph type="sldNum" sz="quarter" idx="5"/>
          </p:nvPr>
        </p:nvSpPr>
        <p:spPr/>
        <p:txBody>
          <a:bodyPr/>
          <a:lstStyle/>
          <a:p>
            <a:fld id="{0AB74911-B3E0-412C-A9AC-841104B4B930}" type="slidenum">
              <a:rPr lang="tr-TR" smtClean="0"/>
              <a:t>19</a:t>
            </a:fld>
            <a:endParaRPr lang="tr-TR"/>
          </a:p>
        </p:txBody>
      </p:sp>
    </p:spTree>
    <p:extLst>
      <p:ext uri="{BB962C8B-B14F-4D97-AF65-F5344CB8AC3E}">
        <p14:creationId xmlns:p14="http://schemas.microsoft.com/office/powerpoint/2010/main" val="2470343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tr-TR" dirty="0"/>
              <a:t>Now we came to day 3. If you didn’t watch previous videos please go backwards in the playlist if you want. </a:t>
            </a:r>
          </a:p>
          <a:p>
            <a:endParaRPr lang="tr-TR" dirty="0"/>
          </a:p>
          <a:p>
            <a:r>
              <a:rPr lang="tr-TR" dirty="0"/>
              <a:t>What we have done since today could be more clear than. </a:t>
            </a:r>
          </a:p>
          <a:p>
            <a:endParaRPr lang="tr-TR" dirty="0"/>
          </a:p>
          <a:p>
            <a:r>
              <a:rPr lang="tr-TR" dirty="0"/>
              <a:t>But if we try to summarize. Previously in .NET Migration. We had implemented the backend first day and the day after we implemented a react next js user interface application. </a:t>
            </a:r>
            <a:br>
              <a:rPr lang="tr-TR" dirty="0"/>
            </a:br>
            <a:br>
              <a:rPr lang="tr-TR" dirty="0"/>
            </a:br>
            <a:r>
              <a:rPr lang="tr-TR" dirty="0"/>
              <a:t>Now we are facing an issue some pages especially orders screen loading hunders of rows and trying to render a html table with 800 rows to be exact. This is meaningles in point of User Experience and a burgain on server side both application and database. Please think about concurent users. You will get what I ment.</a:t>
            </a:r>
            <a:br>
              <a:rPr lang="tr-TR" dirty="0"/>
            </a:br>
            <a:br>
              <a:rPr lang="tr-TR" dirty="0"/>
            </a:br>
            <a:r>
              <a:rPr lang="tr-TR" dirty="0"/>
              <a:t>Paginating this kind of long listing pages are helpful for better user experience and performance of the app. This is a way amoung much others to create more convinient applications. </a:t>
            </a:r>
            <a:br>
              <a:rPr lang="tr-TR" dirty="0"/>
            </a:br>
            <a:br>
              <a:rPr lang="tr-TR" dirty="0"/>
            </a:br>
            <a:r>
              <a:rPr lang="tr-TR" dirty="0"/>
              <a:t>Lets do it! I start with the backend first</a:t>
            </a:r>
            <a:r>
              <a:rPr lang="tr-TR"/>
              <a:t>. SERVER </a:t>
            </a:r>
            <a:r>
              <a:rPr lang="tr-TR" dirty="0"/>
              <a:t>SIDE PAGINATION. </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20</a:t>
            </a:fld>
            <a:endParaRPr lang="tr-TR"/>
          </a:p>
        </p:txBody>
      </p:sp>
    </p:spTree>
    <p:extLst>
      <p:ext uri="{BB962C8B-B14F-4D97-AF65-F5344CB8AC3E}">
        <p14:creationId xmlns:p14="http://schemas.microsoft.com/office/powerpoint/2010/main" val="2780361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A3E5B-AEE7-9F95-F0E1-86F796069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3C451-A970-EEFF-B399-370DBB46AC4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94C747-9EA9-E0E4-E3DE-4563279F5C77}"/>
              </a:ext>
            </a:extLst>
          </p:cNvPr>
          <p:cNvSpPr>
            <a:spLocks noGrp="1"/>
          </p:cNvSpPr>
          <p:nvPr>
            <p:ph type="body" idx="1"/>
          </p:nvPr>
        </p:nvSpPr>
        <p:spPr/>
        <p:txBody>
          <a:bodyPr/>
          <a:lstStyle/>
          <a:p>
            <a:r>
              <a:rPr lang="tr-TR" dirty="0"/>
              <a:t>Previously on .NET Migration. We saw a performance bottle neck around loading some entities like orders. </a:t>
            </a:r>
          </a:p>
          <a:p>
            <a:r>
              <a:rPr lang="tr-TR" dirty="0"/>
              <a:t>Rendering it to the html table was useless and create an unnecesary load at the server. </a:t>
            </a:r>
            <a:br>
              <a:rPr lang="tr-TR" dirty="0"/>
            </a:br>
            <a:br>
              <a:rPr lang="tr-TR" dirty="0"/>
            </a:br>
            <a:r>
              <a:rPr lang="tr-TR" dirty="0"/>
              <a:t>We decided go for pagination for those types of entities like. </a:t>
            </a:r>
          </a:p>
          <a:p>
            <a:endParaRPr lang="tr-TR" dirty="0"/>
          </a:p>
          <a:p>
            <a:r>
              <a:rPr lang="tr-TR"/>
              <a:t>Previous </a:t>
            </a:r>
            <a:r>
              <a:rPr lang="tr-TR" dirty="0"/>
              <a:t>day we completed the backend implementation and lets move to the frontend and consume what we have implemented back then.</a:t>
            </a:r>
            <a:endParaRPr lang="en-US" dirty="0"/>
          </a:p>
        </p:txBody>
      </p:sp>
      <p:sp>
        <p:nvSpPr>
          <p:cNvPr id="4" name="Slide Number Placeholder 3">
            <a:extLst>
              <a:ext uri="{FF2B5EF4-FFF2-40B4-BE49-F238E27FC236}">
                <a16:creationId xmlns:a16="http://schemas.microsoft.com/office/drawing/2014/main" id="{55C3BC20-26A0-DD71-E71C-244C1CB76EA0}"/>
              </a:ext>
            </a:extLst>
          </p:cNvPr>
          <p:cNvSpPr>
            <a:spLocks noGrp="1"/>
          </p:cNvSpPr>
          <p:nvPr>
            <p:ph type="sldNum" sz="quarter" idx="5"/>
          </p:nvPr>
        </p:nvSpPr>
        <p:spPr/>
        <p:txBody>
          <a:bodyPr/>
          <a:lstStyle/>
          <a:p>
            <a:fld id="{0AB74911-B3E0-412C-A9AC-841104B4B930}" type="slidenum">
              <a:rPr lang="tr-TR" smtClean="0"/>
              <a:t>21</a:t>
            </a:fld>
            <a:endParaRPr lang="tr-TR"/>
          </a:p>
        </p:txBody>
      </p:sp>
    </p:spTree>
    <p:extLst>
      <p:ext uri="{BB962C8B-B14F-4D97-AF65-F5344CB8AC3E}">
        <p14:creationId xmlns:p14="http://schemas.microsoft.com/office/powerpoint/2010/main" val="2396992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Today we will talk about how to integrate an AI Agent to our modernized </a:t>
            </a:r>
            <a:r>
              <a:rPr lang="en-US" dirty="0" err="1"/>
              <a:t>.net</a:t>
            </a:r>
            <a:r>
              <a:rPr lang="en-US" dirty="0"/>
              <a:t> 9 CRM product. Our topics are:</a:t>
            </a:r>
            <a:br>
              <a:rPr lang="en-US" dirty="0"/>
            </a:br>
            <a:r>
              <a:rPr lang="en-US" dirty="0"/>
              <a:t>- Build a MCP Server that consumes the backend API. </a:t>
            </a:r>
            <a:br>
              <a:rPr lang="en-US" dirty="0"/>
            </a:br>
            <a:r>
              <a:rPr lang="en-US" dirty="0"/>
              <a:t>- Build a MCP Client and a Chat Client and serve it as a REST API.</a:t>
            </a:r>
          </a:p>
          <a:p>
            <a:r>
              <a:rPr lang="en-US" dirty="0"/>
              <a:t>- Develop a chat page inside react interface.</a:t>
            </a:r>
          </a:p>
        </p:txBody>
      </p:sp>
      <p:sp>
        <p:nvSpPr>
          <p:cNvPr id="4" name="Slide Number Placeholder 3"/>
          <p:cNvSpPr>
            <a:spLocks noGrp="1"/>
          </p:cNvSpPr>
          <p:nvPr>
            <p:ph type="sldNum" sz="quarter" idx="5"/>
          </p:nvPr>
        </p:nvSpPr>
        <p:spPr/>
        <p:txBody>
          <a:bodyPr/>
          <a:lstStyle/>
          <a:p>
            <a:fld id="{0AB74911-B3E0-412C-A9AC-841104B4B930}" type="slidenum">
              <a:rPr lang="tr-TR" smtClean="0"/>
              <a:t>23</a:t>
            </a:fld>
            <a:endParaRPr lang="tr-TR"/>
          </a:p>
        </p:txBody>
      </p:sp>
    </p:spTree>
    <p:extLst>
      <p:ext uri="{BB962C8B-B14F-4D97-AF65-F5344CB8AC3E}">
        <p14:creationId xmlns:p14="http://schemas.microsoft.com/office/powerpoint/2010/main" val="12377089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This is overall MCP architecture that I will follow. </a:t>
            </a:r>
          </a:p>
          <a:p>
            <a:r>
              <a:rPr lang="en-US" dirty="0"/>
              <a:t>Let’s divide into pieces and one by one we talk about our strategy.</a:t>
            </a:r>
          </a:p>
        </p:txBody>
      </p:sp>
      <p:sp>
        <p:nvSpPr>
          <p:cNvPr id="4" name="Slide Number Placeholder 3"/>
          <p:cNvSpPr>
            <a:spLocks noGrp="1"/>
          </p:cNvSpPr>
          <p:nvPr>
            <p:ph type="sldNum" sz="quarter" idx="5"/>
          </p:nvPr>
        </p:nvSpPr>
        <p:spPr/>
        <p:txBody>
          <a:bodyPr/>
          <a:lstStyle/>
          <a:p>
            <a:fld id="{0AB74911-B3E0-412C-A9AC-841104B4B930}" type="slidenum">
              <a:rPr lang="tr-TR" smtClean="0"/>
              <a:t>24</a:t>
            </a:fld>
            <a:endParaRPr lang="tr-TR"/>
          </a:p>
        </p:txBody>
      </p:sp>
    </p:spTree>
    <p:extLst>
      <p:ext uri="{BB962C8B-B14F-4D97-AF65-F5344CB8AC3E}">
        <p14:creationId xmlns:p14="http://schemas.microsoft.com/office/powerpoint/2010/main" val="7038902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2EBE0-8206-3C89-C2DC-8D70A6C3B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9C82-592B-CD0A-4E77-D29253619E5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8ADE658-6DDB-509A-BCBF-ECF9174AEB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remember.</a:t>
            </a:r>
            <a:br>
              <a:rPr lang="en-US" dirty="0"/>
            </a:br>
            <a:r>
              <a:rPr lang="en-US" dirty="0"/>
              <a:t>Right now, in the end of 5</a:t>
            </a:r>
            <a:r>
              <a:rPr lang="en-US" baseline="30000" dirty="0"/>
              <a:t>th</a:t>
            </a:r>
            <a:r>
              <a:rPr lang="en-US" dirty="0"/>
              <a:t> day we already completed the REST API</a:t>
            </a:r>
          </a:p>
        </p:txBody>
      </p:sp>
      <p:sp>
        <p:nvSpPr>
          <p:cNvPr id="4" name="Slide Number Placeholder 3">
            <a:extLst>
              <a:ext uri="{FF2B5EF4-FFF2-40B4-BE49-F238E27FC236}">
                <a16:creationId xmlns:a16="http://schemas.microsoft.com/office/drawing/2014/main" id="{11549684-301D-3442-8E6A-8A90AFC6F213}"/>
              </a:ext>
            </a:extLst>
          </p:cNvPr>
          <p:cNvSpPr>
            <a:spLocks noGrp="1"/>
          </p:cNvSpPr>
          <p:nvPr>
            <p:ph type="sldNum" sz="quarter" idx="5"/>
          </p:nvPr>
        </p:nvSpPr>
        <p:spPr/>
        <p:txBody>
          <a:bodyPr/>
          <a:lstStyle/>
          <a:p>
            <a:fld id="{0AB74911-B3E0-412C-A9AC-841104B4B930}" type="slidenum">
              <a:rPr lang="tr-TR" smtClean="0"/>
              <a:t>25</a:t>
            </a:fld>
            <a:endParaRPr lang="tr-TR"/>
          </a:p>
        </p:txBody>
      </p:sp>
    </p:spTree>
    <p:extLst>
      <p:ext uri="{BB962C8B-B14F-4D97-AF65-F5344CB8AC3E}">
        <p14:creationId xmlns:p14="http://schemas.microsoft.com/office/powerpoint/2010/main" val="3297874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5DE33-9830-7848-730D-B74415EA8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19C56-7FFC-157A-38C6-7C0FE77773C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F3E62FF-E153-C71D-BA62-F55D62B916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the REACT UI that consumes that REST API.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Even with .NET 9 Backend modernization combined with modern Next.JS REACT UI the User interaction capability is limited.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Think about it; With this User Interface we have the capability for create, read, update and delete actions easily and fast, but what we can’t get all the information's when necessary. Yes, there is a search capability, order by column functionality, but there is still something missing.</a:t>
            </a:r>
            <a:br>
              <a:rPr lang="en-US" dirty="0"/>
            </a:br>
            <a:br>
              <a:rPr lang="en-US" dirty="0"/>
            </a:br>
            <a:r>
              <a:rPr lang="en-US" dirty="0"/>
              <a:t>For example, this Categories listing and editing screens doesn’t have the capability show the most top categories according to product count? Or categories that have most or less ordered. </a:t>
            </a:r>
            <a:br>
              <a:rPr lang="en-US" dirty="0"/>
            </a:br>
            <a:br>
              <a:rPr lang="en-US" dirty="0"/>
            </a:br>
            <a:r>
              <a:rPr lang="en-US" dirty="0"/>
              <a:t>Those are sounding like some reports, maybe those can be developed as reporting section. In upcoming sections I will talk about how affordable, cheap and efficient to develop a MCP server and client instead of reporting server along with reporting clients. </a:t>
            </a:r>
          </a:p>
        </p:txBody>
      </p:sp>
      <p:sp>
        <p:nvSpPr>
          <p:cNvPr id="4" name="Slide Number Placeholder 3">
            <a:extLst>
              <a:ext uri="{FF2B5EF4-FFF2-40B4-BE49-F238E27FC236}">
                <a16:creationId xmlns:a16="http://schemas.microsoft.com/office/drawing/2014/main" id="{DAEC5ED3-A5AD-D303-A1AE-4DB7868333BC}"/>
              </a:ext>
            </a:extLst>
          </p:cNvPr>
          <p:cNvSpPr>
            <a:spLocks noGrp="1"/>
          </p:cNvSpPr>
          <p:nvPr>
            <p:ph type="sldNum" sz="quarter" idx="5"/>
          </p:nvPr>
        </p:nvSpPr>
        <p:spPr/>
        <p:txBody>
          <a:bodyPr/>
          <a:lstStyle/>
          <a:p>
            <a:fld id="{0AB74911-B3E0-412C-A9AC-841104B4B930}" type="slidenum">
              <a:rPr lang="tr-TR" smtClean="0"/>
              <a:t>26</a:t>
            </a:fld>
            <a:endParaRPr lang="tr-TR"/>
          </a:p>
        </p:txBody>
      </p:sp>
    </p:spTree>
    <p:extLst>
      <p:ext uri="{BB962C8B-B14F-4D97-AF65-F5344CB8AC3E}">
        <p14:creationId xmlns:p14="http://schemas.microsoft.com/office/powerpoint/2010/main" val="24849717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204D-3E9E-5EB0-7A96-ABB9C5748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7E3D1-B3CC-EDDE-81D3-5D7C0F8B1CE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0AA278A-C141-41FC-EDC9-1FD75EC24052}"/>
              </a:ext>
            </a:extLst>
          </p:cNvPr>
          <p:cNvSpPr>
            <a:spLocks noGrp="1"/>
          </p:cNvSpPr>
          <p:nvPr>
            <p:ph type="body" idx="1"/>
          </p:nvPr>
        </p:nvSpPr>
        <p:spPr/>
        <p:txBody>
          <a:bodyPr/>
          <a:lstStyle/>
          <a:p>
            <a:r>
              <a:rPr lang="en-US" dirty="0"/>
              <a:t>We will build MCP server and tools, resources and prompts inside it. Those will be a wrapper to REST API functions. </a:t>
            </a:r>
            <a:br>
              <a:rPr lang="en-US" dirty="0"/>
            </a:br>
            <a:endParaRPr lang="en-US" dirty="0"/>
          </a:p>
          <a:p>
            <a:r>
              <a:rPr lang="en-US" dirty="0"/>
              <a:t>Why building here tools over REST API instead of directly using an SQL MCP Server directly connected to the Database?</a:t>
            </a:r>
          </a:p>
          <a:p>
            <a:r>
              <a:rPr lang="en-US" dirty="0"/>
              <a:t>1. First, security purposes, we don’t want to share all the database structure, information and data with agents.</a:t>
            </a:r>
          </a:p>
          <a:p>
            <a:r>
              <a:rPr lang="en-US" dirty="0"/>
              <a:t>2. Second, The CRUD REST API is the API that we are using for the User Interface, so the toolset for the users has been already be decided at that point. AI Agent is here no more than a power user for this application here.</a:t>
            </a:r>
          </a:p>
          <a:p>
            <a:r>
              <a:rPr lang="en-US" dirty="0"/>
              <a:t>3. Third, Logging and Metrics are already defined in the REST API Backend.</a:t>
            </a:r>
          </a:p>
          <a:p>
            <a:r>
              <a:rPr lang="en-US" dirty="0"/>
              <a:t>4. Last but not least, the performance of course. All the rate limiters, Froud layers, countermeasures, database separation strategies are defined at the REST API Gateway. </a:t>
            </a:r>
          </a:p>
          <a:p>
            <a:endParaRPr lang="en-US" dirty="0"/>
          </a:p>
          <a:p>
            <a:r>
              <a:rPr lang="en-US" dirty="0"/>
              <a:t>All of those and more reasons building the </a:t>
            </a:r>
            <a:r>
              <a:rPr lang="en-US" dirty="0" err="1"/>
              <a:t>mcp</a:t>
            </a:r>
            <a:r>
              <a:rPr lang="en-US" dirty="0"/>
              <a:t> server over on top of rest </a:t>
            </a:r>
            <a:r>
              <a:rPr lang="en-US" dirty="0" err="1"/>
              <a:t>api</a:t>
            </a:r>
            <a:r>
              <a:rPr lang="en-US" dirty="0"/>
              <a:t> gateway is a elegant choice.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FC81B01-41AB-48DD-A080-AE1D9263F7F5}"/>
              </a:ext>
            </a:extLst>
          </p:cNvPr>
          <p:cNvSpPr>
            <a:spLocks noGrp="1"/>
          </p:cNvSpPr>
          <p:nvPr>
            <p:ph type="sldNum" sz="quarter" idx="5"/>
          </p:nvPr>
        </p:nvSpPr>
        <p:spPr/>
        <p:txBody>
          <a:bodyPr/>
          <a:lstStyle/>
          <a:p>
            <a:fld id="{0AB74911-B3E0-412C-A9AC-841104B4B930}" type="slidenum">
              <a:rPr lang="tr-TR" smtClean="0"/>
              <a:t>27</a:t>
            </a:fld>
            <a:endParaRPr lang="tr-TR"/>
          </a:p>
        </p:txBody>
      </p:sp>
    </p:spTree>
    <p:extLst>
      <p:ext uri="{BB962C8B-B14F-4D97-AF65-F5344CB8AC3E}">
        <p14:creationId xmlns:p14="http://schemas.microsoft.com/office/powerpoint/2010/main" val="17314285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3FCFB-3074-2AED-015A-329ED3E2D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68765-F7CF-B3DF-98E6-4C906534542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4B3D9A0-BEA8-AA9D-D463-2965E81EA2BA}"/>
              </a:ext>
            </a:extLst>
          </p:cNvPr>
          <p:cNvSpPr>
            <a:spLocks noGrp="1"/>
          </p:cNvSpPr>
          <p:nvPr>
            <p:ph type="body" idx="1"/>
          </p:nvPr>
        </p:nvSpPr>
        <p:spPr/>
        <p:txBody>
          <a:bodyPr/>
          <a:lstStyle/>
          <a:p>
            <a:r>
              <a:rPr lang="en-US" dirty="0"/>
              <a:t>Let’s create a web project inside /</a:t>
            </a:r>
            <a:r>
              <a:rPr lang="en-US" dirty="0" err="1"/>
              <a:t>src</a:t>
            </a:r>
            <a:r>
              <a:rPr lang="en-US" dirty="0"/>
              <a:t> folder. This will be our MCP server.</a:t>
            </a:r>
          </a:p>
          <a:p>
            <a:r>
              <a:rPr lang="en-US" dirty="0"/>
              <a:t>Add model context protocol </a:t>
            </a:r>
            <a:r>
              <a:rPr lang="en-US" dirty="0" err="1"/>
              <a:t>nuget</a:t>
            </a:r>
            <a:r>
              <a:rPr lang="en-US" dirty="0"/>
              <a:t> packages to the project.  </a:t>
            </a:r>
          </a:p>
        </p:txBody>
      </p:sp>
      <p:sp>
        <p:nvSpPr>
          <p:cNvPr id="4" name="Slide Number Placeholder 3">
            <a:extLst>
              <a:ext uri="{FF2B5EF4-FFF2-40B4-BE49-F238E27FC236}">
                <a16:creationId xmlns:a16="http://schemas.microsoft.com/office/drawing/2014/main" id="{EAEB912F-F329-D2B4-3706-7759801BC44E}"/>
              </a:ext>
            </a:extLst>
          </p:cNvPr>
          <p:cNvSpPr>
            <a:spLocks noGrp="1"/>
          </p:cNvSpPr>
          <p:nvPr>
            <p:ph type="sldNum" sz="quarter" idx="5"/>
          </p:nvPr>
        </p:nvSpPr>
        <p:spPr/>
        <p:txBody>
          <a:bodyPr/>
          <a:lstStyle/>
          <a:p>
            <a:fld id="{0AB74911-B3E0-412C-A9AC-841104B4B930}" type="slidenum">
              <a:rPr lang="tr-TR" smtClean="0"/>
              <a:t>28</a:t>
            </a:fld>
            <a:endParaRPr lang="tr-TR"/>
          </a:p>
        </p:txBody>
      </p:sp>
    </p:spTree>
    <p:extLst>
      <p:ext uri="{BB962C8B-B14F-4D97-AF65-F5344CB8AC3E}">
        <p14:creationId xmlns:p14="http://schemas.microsoft.com/office/powerpoint/2010/main" val="1331799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5C3B-5A2D-126D-0D78-C3C8F19C8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F73D5-98D4-10DD-BDF4-27569557DAC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44C6F8A-2363-6EF6-E952-BC33A866A6BB}"/>
              </a:ext>
            </a:extLst>
          </p:cNvPr>
          <p:cNvSpPr>
            <a:spLocks noGrp="1"/>
          </p:cNvSpPr>
          <p:nvPr>
            <p:ph type="body" idx="1"/>
          </p:nvPr>
        </p:nvSpPr>
        <p:spPr/>
        <p:txBody>
          <a:bodyPr/>
          <a:lstStyle/>
          <a:p>
            <a:r>
              <a:rPr lang="en-US" dirty="0"/>
              <a:t>Let’s edit the </a:t>
            </a:r>
            <a:r>
              <a:rPr lang="en-US" dirty="0" err="1"/>
              <a:t>program.cs</a:t>
            </a:r>
            <a:r>
              <a:rPr lang="en-US" dirty="0"/>
              <a:t> for the MCP Server Web Project.</a:t>
            </a:r>
          </a:p>
          <a:p>
            <a:r>
              <a:rPr lang="en-US" dirty="0"/>
              <a:t>-------------------------------------------------------------------</a:t>
            </a:r>
          </a:p>
          <a:p>
            <a:endParaRPr lang="en-US" dirty="0"/>
          </a:p>
          <a:p>
            <a:r>
              <a:rPr lang="en-US" dirty="0"/>
              <a:t>Add some logging same as the backend API has. Same drill.</a:t>
            </a:r>
          </a:p>
          <a:p>
            <a:endParaRPr lang="en-US" dirty="0"/>
          </a:p>
          <a:p>
            <a:r>
              <a:rPr lang="en-US" dirty="0"/>
              <a:t>Then after add a Singleton generic </a:t>
            </a:r>
            <a:r>
              <a:rPr lang="en-US" dirty="0" err="1"/>
              <a:t>HttpClient</a:t>
            </a:r>
            <a:r>
              <a:rPr lang="en-US" dirty="0"/>
              <a:t> that has the CRUD Backend API </a:t>
            </a:r>
            <a:r>
              <a:rPr lang="en-US" dirty="0" err="1"/>
              <a:t>Url</a:t>
            </a:r>
            <a:r>
              <a:rPr lang="en-US" dirty="0"/>
              <a:t> as base address. This </a:t>
            </a:r>
            <a:r>
              <a:rPr lang="en-US" dirty="0" err="1"/>
              <a:t>HttpClient</a:t>
            </a:r>
            <a:r>
              <a:rPr lang="en-US" dirty="0"/>
              <a:t> will be used to send and retrieve data between Backend API and MCP server.</a:t>
            </a:r>
          </a:p>
          <a:p>
            <a:r>
              <a:rPr lang="en-US" dirty="0"/>
              <a:t>  </a:t>
            </a:r>
          </a:p>
          <a:p>
            <a:r>
              <a:rPr lang="en-US" dirty="0"/>
              <a:t>Finally, we can add a MCP server with http transport. </a:t>
            </a:r>
          </a:p>
          <a:p>
            <a:endParaRPr lang="en-US" dirty="0"/>
          </a:p>
          <a:p>
            <a:r>
              <a:rPr lang="en-US" dirty="0"/>
              <a:t>Map the MCP Tools and run the app.</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652DA56-DF32-F461-DA12-4B36F4F2BFC3}"/>
              </a:ext>
            </a:extLst>
          </p:cNvPr>
          <p:cNvSpPr>
            <a:spLocks noGrp="1"/>
          </p:cNvSpPr>
          <p:nvPr>
            <p:ph type="sldNum" sz="quarter" idx="5"/>
          </p:nvPr>
        </p:nvSpPr>
        <p:spPr/>
        <p:txBody>
          <a:bodyPr/>
          <a:lstStyle/>
          <a:p>
            <a:fld id="{0AB74911-B3E0-412C-A9AC-841104B4B930}" type="slidenum">
              <a:rPr lang="tr-TR" smtClean="0"/>
              <a:t>29</a:t>
            </a:fld>
            <a:endParaRPr lang="tr-TR"/>
          </a:p>
        </p:txBody>
      </p:sp>
    </p:spTree>
    <p:extLst>
      <p:ext uri="{BB962C8B-B14F-4D97-AF65-F5344CB8AC3E}">
        <p14:creationId xmlns:p14="http://schemas.microsoft.com/office/powerpoint/2010/main" val="28884543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DD55-80B9-0FCC-60B7-B3EA84FB6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C2498-5503-013A-F78F-FD91DC14FE2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A19CF7C-AF41-6C71-A49A-CCE5E8757678}"/>
              </a:ext>
            </a:extLst>
          </p:cNvPr>
          <p:cNvSpPr>
            <a:spLocks noGrp="1"/>
          </p:cNvSpPr>
          <p:nvPr>
            <p:ph type="body" idx="1"/>
          </p:nvPr>
        </p:nvSpPr>
        <p:spPr/>
        <p:txBody>
          <a:bodyPr/>
          <a:lstStyle/>
          <a:p>
            <a:r>
              <a:rPr lang="en-US" dirty="0"/>
              <a:t>Here I try to wrap around my Gateway API with MCP Tools. Here as you can see, I am trying to abstract the implementation as much as I could. </a:t>
            </a:r>
          </a:p>
          <a:p>
            <a:endParaRPr lang="en-US" dirty="0"/>
          </a:p>
          <a:p>
            <a:r>
              <a:rPr lang="en-US" dirty="0"/>
              <a:t>For example, the </a:t>
            </a:r>
            <a:r>
              <a:rPr lang="en-US" b="1" dirty="0" err="1"/>
              <a:t>GetAll</a:t>
            </a:r>
            <a:r>
              <a:rPr lang="en-US" dirty="0"/>
              <a:t> method of </a:t>
            </a:r>
            <a:r>
              <a:rPr lang="en-US" b="1" dirty="0"/>
              <a:t>T</a:t>
            </a:r>
            <a:r>
              <a:rPr lang="en-US" dirty="0"/>
              <a:t> mean to be used for generic types of my entities open from API like Categories, Customers, Suppliers, Orders, Products. Basically, we call the GET method with http client. We use the relative URL of the entity at the API. API will return the elements in </a:t>
            </a:r>
            <a:r>
              <a:rPr lang="en-US" dirty="0" err="1"/>
              <a:t>json</a:t>
            </a:r>
            <a:r>
              <a:rPr lang="en-US" dirty="0"/>
              <a:t> format and here it will be parsed.</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DCA2B9F-1D3E-3C28-A167-25E15CB271DD}"/>
              </a:ext>
            </a:extLst>
          </p:cNvPr>
          <p:cNvSpPr>
            <a:spLocks noGrp="1"/>
          </p:cNvSpPr>
          <p:nvPr>
            <p:ph type="sldNum" sz="quarter" idx="5"/>
          </p:nvPr>
        </p:nvSpPr>
        <p:spPr/>
        <p:txBody>
          <a:bodyPr/>
          <a:lstStyle/>
          <a:p>
            <a:fld id="{0AB74911-B3E0-412C-A9AC-841104B4B930}" type="slidenum">
              <a:rPr lang="tr-TR" smtClean="0"/>
              <a:t>30</a:t>
            </a:fld>
            <a:endParaRPr lang="tr-TR"/>
          </a:p>
        </p:txBody>
      </p:sp>
    </p:spTree>
    <p:extLst>
      <p:ext uri="{BB962C8B-B14F-4D97-AF65-F5344CB8AC3E}">
        <p14:creationId xmlns:p14="http://schemas.microsoft.com/office/powerpoint/2010/main" val="22542575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06411-A4B1-00A3-ED2B-7E6B18C9F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41B5D-A984-7861-7ADC-3479169E65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AD731F1-C83F-0C59-BD58-07F29FB22589}"/>
              </a:ext>
            </a:extLst>
          </p:cNvPr>
          <p:cNvSpPr>
            <a:spLocks noGrp="1"/>
          </p:cNvSpPr>
          <p:nvPr>
            <p:ph type="body" idx="1"/>
          </p:nvPr>
        </p:nvSpPr>
        <p:spPr/>
        <p:txBody>
          <a:bodyPr/>
          <a:lstStyle/>
          <a:p>
            <a:r>
              <a:rPr lang="en-US" dirty="0"/>
              <a:t>Same way we could also implement the </a:t>
            </a:r>
            <a:r>
              <a:rPr lang="en-US" dirty="0" err="1"/>
              <a:t>GetPaged</a:t>
            </a:r>
            <a:r>
              <a:rPr lang="en-US" dirty="0"/>
              <a:t> method. The URL pattern is known and again with </a:t>
            </a:r>
            <a:r>
              <a:rPr lang="en-US" dirty="0" err="1"/>
              <a:t>HttpClient</a:t>
            </a:r>
            <a:r>
              <a:rPr lang="en-US" dirty="0"/>
              <a:t> we call the get method, collect the </a:t>
            </a:r>
            <a:r>
              <a:rPr lang="en-US" dirty="0" err="1"/>
              <a:t>json</a:t>
            </a:r>
            <a:r>
              <a:rPr lang="en-US" dirty="0"/>
              <a:t> response, parse it and return the same type. </a:t>
            </a:r>
            <a:br>
              <a:rPr lang="en-US" dirty="0"/>
            </a:br>
            <a:br>
              <a:rPr lang="en-US" dirty="0"/>
            </a:br>
            <a:r>
              <a:rPr lang="en-US" dirty="0"/>
              <a:t>Here we are returning Paged List of T. </a:t>
            </a:r>
            <a:br>
              <a:rPr lang="en-US" dirty="0"/>
            </a:br>
            <a:r>
              <a:rPr lang="en-US" dirty="0"/>
              <a:t>T is generic, but </a:t>
            </a:r>
            <a:r>
              <a:rPr lang="en-US" dirty="0" err="1"/>
              <a:t>PagedList</a:t>
            </a:r>
            <a:r>
              <a:rPr lang="en-US" dirty="0"/>
              <a:t> is our creation as we remember from the DAY 1 API.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B11F514-C78B-A417-DDBA-3F2B907C6211}"/>
              </a:ext>
            </a:extLst>
          </p:cNvPr>
          <p:cNvSpPr>
            <a:spLocks noGrp="1"/>
          </p:cNvSpPr>
          <p:nvPr>
            <p:ph type="sldNum" sz="quarter" idx="5"/>
          </p:nvPr>
        </p:nvSpPr>
        <p:spPr/>
        <p:txBody>
          <a:bodyPr/>
          <a:lstStyle/>
          <a:p>
            <a:fld id="{0AB74911-B3E0-412C-A9AC-841104B4B930}" type="slidenum">
              <a:rPr lang="tr-TR" smtClean="0"/>
              <a:t>31</a:t>
            </a:fld>
            <a:endParaRPr lang="tr-TR"/>
          </a:p>
        </p:txBody>
      </p:sp>
    </p:spTree>
    <p:extLst>
      <p:ext uri="{BB962C8B-B14F-4D97-AF65-F5344CB8AC3E}">
        <p14:creationId xmlns:p14="http://schemas.microsoft.com/office/powerpoint/2010/main" val="1080527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Paged List and all other </a:t>
            </a:r>
            <a:r>
              <a:rPr lang="en-US" dirty="0" err="1"/>
              <a:t>dto</a:t>
            </a:r>
            <a:r>
              <a:rPr lang="en-US" dirty="0"/>
              <a:t> model files must be linked to the MCP Server. This way MCP server also know the types of </a:t>
            </a:r>
            <a:r>
              <a:rPr lang="en-US"/>
              <a:t>the Gateway API.</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32</a:t>
            </a:fld>
            <a:endParaRPr lang="tr-TR"/>
          </a:p>
        </p:txBody>
      </p:sp>
    </p:spTree>
    <p:extLst>
      <p:ext uri="{BB962C8B-B14F-4D97-AF65-F5344CB8AC3E}">
        <p14:creationId xmlns:p14="http://schemas.microsoft.com/office/powerpoint/2010/main" val="16641059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587B1-EE34-D238-FB1B-37D12E8BC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4EAAD-8E8F-953E-E657-DB4B7EC03AA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BFB5BF0-E458-3AED-3EBE-D3ACA9D09354}"/>
              </a:ext>
            </a:extLst>
          </p:cNvPr>
          <p:cNvSpPr>
            <a:spLocks noGrp="1"/>
          </p:cNvSpPr>
          <p:nvPr>
            <p:ph type="body" idx="1"/>
          </p:nvPr>
        </p:nvSpPr>
        <p:spPr/>
        <p:txBody>
          <a:bodyPr/>
          <a:lstStyle/>
          <a:p>
            <a:r>
              <a:rPr lang="en-US" dirty="0"/>
              <a:t>Let's go back to Generic tool helpers. </a:t>
            </a:r>
          </a:p>
          <a:p>
            <a:endParaRPr lang="en-US" dirty="0"/>
          </a:p>
          <a:p>
            <a:r>
              <a:rPr lang="en-US" dirty="0"/>
              <a:t>Same way we can implement the get method of the single entity with an ID. Here also as you can see the IDT is the generic type of the entity key. This way we can handle the integer, string, combined keys from generic methods.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1682290-137C-5EF1-58CB-5EEB86B769BD}"/>
              </a:ext>
            </a:extLst>
          </p:cNvPr>
          <p:cNvSpPr>
            <a:spLocks noGrp="1"/>
          </p:cNvSpPr>
          <p:nvPr>
            <p:ph type="sldNum" sz="quarter" idx="5"/>
          </p:nvPr>
        </p:nvSpPr>
        <p:spPr/>
        <p:txBody>
          <a:bodyPr/>
          <a:lstStyle/>
          <a:p>
            <a:fld id="{0AB74911-B3E0-412C-A9AC-841104B4B930}" type="slidenum">
              <a:rPr lang="tr-TR" smtClean="0"/>
              <a:t>33</a:t>
            </a:fld>
            <a:endParaRPr lang="tr-TR"/>
          </a:p>
        </p:txBody>
      </p:sp>
    </p:spTree>
    <p:extLst>
      <p:ext uri="{BB962C8B-B14F-4D97-AF65-F5344CB8AC3E}">
        <p14:creationId xmlns:p14="http://schemas.microsoft.com/office/powerpoint/2010/main" val="1434097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9F069-44C4-C6EC-CF7B-D80A94B62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D45B0-3A4A-CDC9-DB1B-EF6202917E4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F2C9B86-A684-ABE9-1372-72C45736F18D}"/>
              </a:ext>
            </a:extLst>
          </p:cNvPr>
          <p:cNvSpPr>
            <a:spLocks noGrp="1"/>
          </p:cNvSpPr>
          <p:nvPr>
            <p:ph type="body" idx="1"/>
          </p:nvPr>
        </p:nvSpPr>
        <p:spPr/>
        <p:txBody>
          <a:bodyPr/>
          <a:lstStyle/>
          <a:p>
            <a:r>
              <a:rPr lang="en-US" dirty="0"/>
              <a:t>A generic Save. Wrapped over HTTP Put method of our API.</a:t>
            </a:r>
          </a:p>
          <a:p>
            <a:endParaRPr lang="en-US" dirty="0"/>
          </a:p>
          <a:p>
            <a:endParaRPr lang="en-US" dirty="0"/>
          </a:p>
        </p:txBody>
      </p:sp>
      <p:sp>
        <p:nvSpPr>
          <p:cNvPr id="4" name="Slide Number Placeholder 3">
            <a:extLst>
              <a:ext uri="{FF2B5EF4-FFF2-40B4-BE49-F238E27FC236}">
                <a16:creationId xmlns:a16="http://schemas.microsoft.com/office/drawing/2014/main" id="{642DF4AB-B177-AEE1-6A8E-573C4DE3B8EA}"/>
              </a:ext>
            </a:extLst>
          </p:cNvPr>
          <p:cNvSpPr>
            <a:spLocks noGrp="1"/>
          </p:cNvSpPr>
          <p:nvPr>
            <p:ph type="sldNum" sz="quarter" idx="5"/>
          </p:nvPr>
        </p:nvSpPr>
        <p:spPr/>
        <p:txBody>
          <a:bodyPr/>
          <a:lstStyle/>
          <a:p>
            <a:fld id="{0AB74911-B3E0-412C-A9AC-841104B4B930}" type="slidenum">
              <a:rPr lang="tr-TR" smtClean="0"/>
              <a:t>34</a:t>
            </a:fld>
            <a:endParaRPr lang="tr-TR"/>
          </a:p>
        </p:txBody>
      </p:sp>
    </p:spTree>
    <p:extLst>
      <p:ext uri="{BB962C8B-B14F-4D97-AF65-F5344CB8AC3E}">
        <p14:creationId xmlns:p14="http://schemas.microsoft.com/office/powerpoint/2010/main" val="8614394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570DB-CF5F-33A8-0E02-AB1095A39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F4F04-04E1-8391-5924-40616F8904D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36DF613-482C-0A64-5311-81F629C9D071}"/>
              </a:ext>
            </a:extLst>
          </p:cNvPr>
          <p:cNvSpPr>
            <a:spLocks noGrp="1"/>
          </p:cNvSpPr>
          <p:nvPr>
            <p:ph type="body" idx="1"/>
          </p:nvPr>
        </p:nvSpPr>
        <p:spPr/>
        <p:txBody>
          <a:bodyPr/>
          <a:lstStyle/>
          <a:p>
            <a:r>
              <a:rPr lang="en-US" dirty="0"/>
              <a:t>A generic Delete. Wrapped over HTTP Delete method of our API.</a:t>
            </a:r>
          </a:p>
          <a:p>
            <a:endParaRPr lang="en-US" dirty="0"/>
          </a:p>
          <a:p>
            <a:endParaRPr lang="en-US" dirty="0"/>
          </a:p>
        </p:txBody>
      </p:sp>
      <p:sp>
        <p:nvSpPr>
          <p:cNvPr id="4" name="Slide Number Placeholder 3">
            <a:extLst>
              <a:ext uri="{FF2B5EF4-FFF2-40B4-BE49-F238E27FC236}">
                <a16:creationId xmlns:a16="http://schemas.microsoft.com/office/drawing/2014/main" id="{74B46F3C-7951-AA70-967E-BCF3DFA1788C}"/>
              </a:ext>
            </a:extLst>
          </p:cNvPr>
          <p:cNvSpPr>
            <a:spLocks noGrp="1"/>
          </p:cNvSpPr>
          <p:nvPr>
            <p:ph type="sldNum" sz="quarter" idx="5"/>
          </p:nvPr>
        </p:nvSpPr>
        <p:spPr/>
        <p:txBody>
          <a:bodyPr/>
          <a:lstStyle/>
          <a:p>
            <a:fld id="{0AB74911-B3E0-412C-A9AC-841104B4B930}" type="slidenum">
              <a:rPr lang="tr-TR" smtClean="0"/>
              <a:t>35</a:t>
            </a:fld>
            <a:endParaRPr lang="tr-TR"/>
          </a:p>
        </p:txBody>
      </p:sp>
    </p:spTree>
    <p:extLst>
      <p:ext uri="{BB962C8B-B14F-4D97-AF65-F5344CB8AC3E}">
        <p14:creationId xmlns:p14="http://schemas.microsoft.com/office/powerpoint/2010/main" val="3031587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Since the tool helper methods according to our Gateway API are ready, we can now develop the actual tools for AI Agent inside our MCP Server.</a:t>
            </a:r>
          </a:p>
        </p:txBody>
      </p:sp>
      <p:sp>
        <p:nvSpPr>
          <p:cNvPr id="4" name="Slide Number Placeholder 3"/>
          <p:cNvSpPr>
            <a:spLocks noGrp="1"/>
          </p:cNvSpPr>
          <p:nvPr>
            <p:ph type="sldNum" sz="quarter" idx="5"/>
          </p:nvPr>
        </p:nvSpPr>
        <p:spPr/>
        <p:txBody>
          <a:bodyPr/>
          <a:lstStyle/>
          <a:p>
            <a:fld id="{0AB74911-B3E0-412C-A9AC-841104B4B930}" type="slidenum">
              <a:rPr lang="tr-TR" smtClean="0"/>
              <a:t>36</a:t>
            </a:fld>
            <a:endParaRPr lang="tr-TR"/>
          </a:p>
        </p:txBody>
      </p:sp>
    </p:spTree>
    <p:extLst>
      <p:ext uri="{BB962C8B-B14F-4D97-AF65-F5344CB8AC3E}">
        <p14:creationId xmlns:p14="http://schemas.microsoft.com/office/powerpoint/2010/main" val="30443283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Let's start with Category</a:t>
            </a:r>
          </a:p>
          <a:p>
            <a:endParaRPr lang="en-US" dirty="0"/>
          </a:p>
          <a:p>
            <a:r>
              <a:rPr lang="en-US" dirty="0"/>
              <a:t>First, we create a static class called </a:t>
            </a:r>
            <a:r>
              <a:rPr lang="en-US" b="1" dirty="0" err="1"/>
              <a:t>CategoryTool</a:t>
            </a:r>
            <a:r>
              <a:rPr lang="en-US" b="1" dirty="0"/>
              <a:t> </a:t>
            </a:r>
            <a:r>
              <a:rPr lang="en-US" b="0" dirty="0"/>
              <a:t>with</a:t>
            </a:r>
            <a:r>
              <a:rPr lang="en-US" b="1" dirty="0"/>
              <a:t> </a:t>
            </a:r>
            <a:r>
              <a:rPr lang="en-US" b="1" dirty="0" err="1"/>
              <a:t>McoServerToolType</a:t>
            </a:r>
            <a:r>
              <a:rPr lang="en-US" b="1" dirty="0"/>
              <a:t> </a:t>
            </a:r>
            <a:r>
              <a:rPr lang="en-US" b="0" dirty="0"/>
              <a:t>attribute. This attribute in the assembly will indicate this static class is a toolset.</a:t>
            </a:r>
          </a:p>
          <a:p>
            <a:endParaRPr lang="en-US" b="0" dirty="0"/>
          </a:p>
          <a:p>
            <a:endParaRPr lang="en-US" b="0" dirty="0"/>
          </a:p>
          <a:p>
            <a:r>
              <a:rPr lang="en-US" dirty="0"/>
              <a:t>For further usage I will define the entity name and its plural as constants here. I will use those to create generic descriptions. That makes easy to create copies of the descriptions across tools now.</a:t>
            </a:r>
          </a:p>
          <a:p>
            <a:endParaRPr lang="en-US" dirty="0"/>
          </a:p>
          <a:p>
            <a:r>
              <a:rPr lang="en-US" dirty="0"/>
              <a:t>Since the helper methods are created, we can easily create a Get All method for categories. What is important here is the </a:t>
            </a:r>
            <a:r>
              <a:rPr lang="en-US" dirty="0" err="1"/>
              <a:t>McpServerTool</a:t>
            </a:r>
            <a:r>
              <a:rPr lang="en-US" dirty="0"/>
              <a:t> attribute and its description. AI Agents will look upon to this attribute and understand the functionality from its description.</a:t>
            </a:r>
          </a:p>
          <a:p>
            <a:endParaRPr lang="en-US" dirty="0"/>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37</a:t>
            </a:fld>
            <a:endParaRPr lang="tr-TR"/>
          </a:p>
        </p:txBody>
      </p:sp>
    </p:spTree>
    <p:extLst>
      <p:ext uri="{BB962C8B-B14F-4D97-AF65-F5344CB8AC3E}">
        <p14:creationId xmlns:p14="http://schemas.microsoft.com/office/powerpoint/2010/main" val="857653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111D-288F-C108-890E-72E02D022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61DB8-DE03-1C24-552B-B9B6DF56E55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1D0E1C-4F5D-C45C-63AA-FEAF02B42FD1}"/>
              </a:ext>
            </a:extLst>
          </p:cNvPr>
          <p:cNvSpPr>
            <a:spLocks noGrp="1"/>
          </p:cNvSpPr>
          <p:nvPr>
            <p:ph type="body" idx="1"/>
          </p:nvPr>
        </p:nvSpPr>
        <p:spPr/>
        <p:txBody>
          <a:bodyPr/>
          <a:lstStyle/>
          <a:p>
            <a:r>
              <a:rPr lang="en-US" dirty="0"/>
              <a:t>Same way we can easily create a Get Paged method for categories. Return Types are our DTO’s as you can see</a:t>
            </a:r>
          </a:p>
          <a:p>
            <a:endParaRPr lang="en-US" dirty="0"/>
          </a:p>
        </p:txBody>
      </p:sp>
      <p:sp>
        <p:nvSpPr>
          <p:cNvPr id="4" name="Slide Number Placeholder 3">
            <a:extLst>
              <a:ext uri="{FF2B5EF4-FFF2-40B4-BE49-F238E27FC236}">
                <a16:creationId xmlns:a16="http://schemas.microsoft.com/office/drawing/2014/main" id="{969715A6-B571-4291-9EC9-4FE3526C6ADF}"/>
              </a:ext>
            </a:extLst>
          </p:cNvPr>
          <p:cNvSpPr>
            <a:spLocks noGrp="1"/>
          </p:cNvSpPr>
          <p:nvPr>
            <p:ph type="sldNum" sz="quarter" idx="5"/>
          </p:nvPr>
        </p:nvSpPr>
        <p:spPr/>
        <p:txBody>
          <a:bodyPr/>
          <a:lstStyle/>
          <a:p>
            <a:fld id="{0AB74911-B3E0-412C-A9AC-841104B4B930}" type="slidenum">
              <a:rPr lang="tr-TR" smtClean="0"/>
              <a:t>38</a:t>
            </a:fld>
            <a:endParaRPr lang="tr-TR"/>
          </a:p>
        </p:txBody>
      </p:sp>
    </p:spTree>
    <p:extLst>
      <p:ext uri="{BB962C8B-B14F-4D97-AF65-F5344CB8AC3E}">
        <p14:creationId xmlns:p14="http://schemas.microsoft.com/office/powerpoint/2010/main" val="26462555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7CFF7-8BB6-2133-EEBB-02DBEC0AD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7213B-38B9-898E-E091-D22892F879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2B54E2-2D91-7BFC-9C52-DB0F3AEAF12F}"/>
              </a:ext>
            </a:extLst>
          </p:cNvPr>
          <p:cNvSpPr>
            <a:spLocks noGrp="1"/>
          </p:cNvSpPr>
          <p:nvPr>
            <p:ph type="body" idx="1"/>
          </p:nvPr>
        </p:nvSpPr>
        <p:spPr/>
        <p:txBody>
          <a:bodyPr/>
          <a:lstStyle/>
          <a:p>
            <a:r>
              <a:rPr lang="en-US" dirty="0"/>
              <a:t>Same way we can easily create other methods like Get By Id, Save and Delete for categories. </a:t>
            </a:r>
          </a:p>
        </p:txBody>
      </p:sp>
      <p:sp>
        <p:nvSpPr>
          <p:cNvPr id="4" name="Slide Number Placeholder 3">
            <a:extLst>
              <a:ext uri="{FF2B5EF4-FFF2-40B4-BE49-F238E27FC236}">
                <a16:creationId xmlns:a16="http://schemas.microsoft.com/office/drawing/2014/main" id="{8EB43804-8287-A0D2-F83E-B7CF464B32B4}"/>
              </a:ext>
            </a:extLst>
          </p:cNvPr>
          <p:cNvSpPr>
            <a:spLocks noGrp="1"/>
          </p:cNvSpPr>
          <p:nvPr>
            <p:ph type="sldNum" sz="quarter" idx="5"/>
          </p:nvPr>
        </p:nvSpPr>
        <p:spPr/>
        <p:txBody>
          <a:bodyPr/>
          <a:lstStyle/>
          <a:p>
            <a:fld id="{0AB74911-B3E0-412C-A9AC-841104B4B930}" type="slidenum">
              <a:rPr lang="tr-TR" smtClean="0"/>
              <a:t>39</a:t>
            </a:fld>
            <a:endParaRPr lang="tr-TR"/>
          </a:p>
        </p:txBody>
      </p:sp>
    </p:spTree>
    <p:extLst>
      <p:ext uri="{BB962C8B-B14F-4D97-AF65-F5344CB8AC3E}">
        <p14:creationId xmlns:p14="http://schemas.microsoft.com/office/powerpoint/2010/main" val="41221530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in the launch setting an http profile that will run this MCP server at the port 5207.</a:t>
            </a:r>
          </a:p>
          <a:p>
            <a:r>
              <a:rPr lang="en-US" dirty="0"/>
              <a:t>We can move on to testing now. </a:t>
            </a:r>
          </a:p>
        </p:txBody>
      </p:sp>
      <p:sp>
        <p:nvSpPr>
          <p:cNvPr id="4" name="Slide Number Placeholder 3"/>
          <p:cNvSpPr>
            <a:spLocks noGrp="1"/>
          </p:cNvSpPr>
          <p:nvPr>
            <p:ph type="sldNum" sz="quarter" idx="5"/>
          </p:nvPr>
        </p:nvSpPr>
        <p:spPr/>
        <p:txBody>
          <a:bodyPr/>
          <a:lstStyle/>
          <a:p>
            <a:fld id="{0AB74911-B3E0-412C-A9AC-841104B4B930}" type="slidenum">
              <a:rPr lang="tr-TR" smtClean="0"/>
              <a:t>40</a:t>
            </a:fld>
            <a:endParaRPr lang="tr-TR"/>
          </a:p>
        </p:txBody>
      </p:sp>
    </p:spTree>
    <p:extLst>
      <p:ext uri="{BB962C8B-B14F-4D97-AF65-F5344CB8AC3E}">
        <p14:creationId xmlns:p14="http://schemas.microsoft.com/office/powerpoint/2010/main" val="40958717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start the API at the port 5205. </a:t>
            </a:r>
          </a:p>
        </p:txBody>
      </p:sp>
      <p:sp>
        <p:nvSpPr>
          <p:cNvPr id="4" name="Slide Number Placeholder 3"/>
          <p:cNvSpPr>
            <a:spLocks noGrp="1"/>
          </p:cNvSpPr>
          <p:nvPr>
            <p:ph type="sldNum" sz="quarter" idx="5"/>
          </p:nvPr>
        </p:nvSpPr>
        <p:spPr/>
        <p:txBody>
          <a:bodyPr/>
          <a:lstStyle/>
          <a:p>
            <a:fld id="{0AB74911-B3E0-412C-A9AC-841104B4B930}" type="slidenum">
              <a:rPr lang="tr-TR" smtClean="0"/>
              <a:t>41</a:t>
            </a:fld>
            <a:endParaRPr lang="tr-TR"/>
          </a:p>
        </p:txBody>
      </p:sp>
    </p:spTree>
    <p:extLst>
      <p:ext uri="{BB962C8B-B14F-4D97-AF65-F5344CB8AC3E}">
        <p14:creationId xmlns:p14="http://schemas.microsoft.com/office/powerpoint/2010/main" val="5036929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D947-D3A2-E953-418B-337CD126D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5D526-3C7A-6EA6-3856-C9F51CE55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4AE2D-CF68-1243-491C-2D8266B2C242}"/>
              </a:ext>
            </a:extLst>
          </p:cNvPr>
          <p:cNvSpPr>
            <a:spLocks noGrp="1"/>
          </p:cNvSpPr>
          <p:nvPr>
            <p:ph type="body" idx="1"/>
          </p:nvPr>
        </p:nvSpPr>
        <p:spPr/>
        <p:txBody>
          <a:bodyPr/>
          <a:lstStyle/>
          <a:p>
            <a:r>
              <a:rPr lang="en-US" dirty="0"/>
              <a:t>Optionally start the React UI at the port 5206. </a:t>
            </a:r>
          </a:p>
        </p:txBody>
      </p:sp>
      <p:sp>
        <p:nvSpPr>
          <p:cNvPr id="4" name="Slide Number Placeholder 3">
            <a:extLst>
              <a:ext uri="{FF2B5EF4-FFF2-40B4-BE49-F238E27FC236}">
                <a16:creationId xmlns:a16="http://schemas.microsoft.com/office/drawing/2014/main" id="{CDFA6126-B305-BBFF-0D70-4F1E78F987EE}"/>
              </a:ext>
            </a:extLst>
          </p:cNvPr>
          <p:cNvSpPr>
            <a:spLocks noGrp="1"/>
          </p:cNvSpPr>
          <p:nvPr>
            <p:ph type="sldNum" sz="quarter" idx="5"/>
          </p:nvPr>
        </p:nvSpPr>
        <p:spPr/>
        <p:txBody>
          <a:bodyPr/>
          <a:lstStyle/>
          <a:p>
            <a:fld id="{0AB74911-B3E0-412C-A9AC-841104B4B930}" type="slidenum">
              <a:rPr lang="tr-TR" smtClean="0"/>
              <a:t>42</a:t>
            </a:fld>
            <a:endParaRPr lang="tr-TR"/>
          </a:p>
        </p:txBody>
      </p:sp>
    </p:spTree>
    <p:extLst>
      <p:ext uri="{BB962C8B-B14F-4D97-AF65-F5344CB8AC3E}">
        <p14:creationId xmlns:p14="http://schemas.microsoft.com/office/powerpoint/2010/main" val="29087045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start the MCP Server at the port 5207.</a:t>
            </a:r>
          </a:p>
        </p:txBody>
      </p:sp>
      <p:sp>
        <p:nvSpPr>
          <p:cNvPr id="4" name="Slide Number Placeholder 3"/>
          <p:cNvSpPr>
            <a:spLocks noGrp="1"/>
          </p:cNvSpPr>
          <p:nvPr>
            <p:ph type="sldNum" sz="quarter" idx="5"/>
          </p:nvPr>
        </p:nvSpPr>
        <p:spPr/>
        <p:txBody>
          <a:bodyPr/>
          <a:lstStyle/>
          <a:p>
            <a:fld id="{0AB74911-B3E0-412C-A9AC-841104B4B930}" type="slidenum">
              <a:rPr lang="tr-TR" smtClean="0"/>
              <a:t>43</a:t>
            </a:fld>
            <a:endParaRPr lang="tr-TR"/>
          </a:p>
        </p:txBody>
      </p:sp>
    </p:spTree>
    <p:extLst>
      <p:ext uri="{BB962C8B-B14F-4D97-AF65-F5344CB8AC3E}">
        <p14:creationId xmlns:p14="http://schemas.microsoft.com/office/powerpoint/2010/main" val="31507254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t>
            </a:r>
            <a:r>
              <a:rPr lang="en-US" i="1" dirty="0" err="1"/>
              <a:t>npx</a:t>
            </a:r>
            <a:r>
              <a:rPr lang="en-US" i="1" dirty="0"/>
              <a:t> @modelcontextprotocol / inspector</a:t>
            </a:r>
            <a:r>
              <a:rPr lang="en-US" dirty="0"/>
              <a:t> command at the </a:t>
            </a:r>
            <a:r>
              <a:rPr lang="en-US" dirty="0" err="1"/>
              <a:t>powershell</a:t>
            </a:r>
            <a:r>
              <a:rPr lang="en-US" dirty="0"/>
              <a:t> we can start the </a:t>
            </a:r>
            <a:r>
              <a:rPr lang="en-US" dirty="0" err="1"/>
              <a:t>mcp</a:t>
            </a:r>
            <a:r>
              <a:rPr lang="en-US" dirty="0"/>
              <a:t> inspector. The MCP inspector is a developer tool for testing and debugging MCP servers. It is open source and can be found at the </a:t>
            </a:r>
            <a:r>
              <a:rPr lang="en-US" dirty="0" err="1"/>
              <a:t>github</a:t>
            </a:r>
            <a:r>
              <a:rPr lang="en-US" dirty="0"/>
              <a:t>. </a:t>
            </a:r>
          </a:p>
        </p:txBody>
      </p:sp>
      <p:sp>
        <p:nvSpPr>
          <p:cNvPr id="4" name="Slide Number Placeholder 3"/>
          <p:cNvSpPr>
            <a:spLocks noGrp="1"/>
          </p:cNvSpPr>
          <p:nvPr>
            <p:ph type="sldNum" sz="quarter" idx="5"/>
          </p:nvPr>
        </p:nvSpPr>
        <p:spPr/>
        <p:txBody>
          <a:bodyPr/>
          <a:lstStyle/>
          <a:p>
            <a:fld id="{0AB74911-B3E0-412C-A9AC-841104B4B930}" type="slidenum">
              <a:rPr lang="tr-TR" smtClean="0"/>
              <a:t>44</a:t>
            </a:fld>
            <a:endParaRPr lang="tr-TR"/>
          </a:p>
        </p:txBody>
      </p:sp>
    </p:spTree>
    <p:extLst>
      <p:ext uri="{BB962C8B-B14F-4D97-AF65-F5344CB8AC3E}">
        <p14:creationId xmlns:p14="http://schemas.microsoft.com/office/powerpoint/2010/main" val="34550486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t>
            </a:r>
            <a:r>
              <a:rPr lang="en-US" dirty="0" err="1"/>
              <a:t>mcp</a:t>
            </a:r>
            <a:r>
              <a:rPr lang="en-US" dirty="0"/>
              <a:t> inspector use the </a:t>
            </a:r>
            <a:r>
              <a:rPr lang="en-US" dirty="0" err="1"/>
              <a:t>url</a:t>
            </a:r>
            <a:r>
              <a:rPr lang="en-US" dirty="0"/>
              <a:t> of the MCP Server with </a:t>
            </a:r>
            <a:r>
              <a:rPr lang="en-US" b="1" dirty="0"/>
              <a:t>SSE, Server Sent Events</a:t>
            </a:r>
            <a:r>
              <a:rPr lang="en-US" dirty="0"/>
              <a:t> transport type and the </a:t>
            </a:r>
            <a:r>
              <a:rPr lang="en-US" dirty="0" err="1"/>
              <a:t>url</a:t>
            </a:r>
            <a:r>
              <a:rPr lang="en-US" dirty="0"/>
              <a:t> localhost with port 5207/SSE. This will be the MCP Server Endpoint.</a:t>
            </a:r>
          </a:p>
          <a:p>
            <a:endParaRPr lang="en-US" dirty="0"/>
          </a:p>
          <a:p>
            <a:r>
              <a:rPr lang="en-US" dirty="0"/>
              <a:t>If we click the List Tools. We can see all the tools that we have implemented at the server.</a:t>
            </a:r>
          </a:p>
        </p:txBody>
      </p:sp>
      <p:sp>
        <p:nvSpPr>
          <p:cNvPr id="4" name="Slide Number Placeholder 3"/>
          <p:cNvSpPr>
            <a:spLocks noGrp="1"/>
          </p:cNvSpPr>
          <p:nvPr>
            <p:ph type="sldNum" sz="quarter" idx="5"/>
          </p:nvPr>
        </p:nvSpPr>
        <p:spPr/>
        <p:txBody>
          <a:bodyPr/>
          <a:lstStyle/>
          <a:p>
            <a:fld id="{0AB74911-B3E0-412C-A9AC-841104B4B930}" type="slidenum">
              <a:rPr lang="tr-TR" smtClean="0"/>
              <a:t>45</a:t>
            </a:fld>
            <a:endParaRPr lang="tr-TR"/>
          </a:p>
        </p:txBody>
      </p:sp>
    </p:spTree>
    <p:extLst>
      <p:ext uri="{BB962C8B-B14F-4D97-AF65-F5344CB8AC3E}">
        <p14:creationId xmlns:p14="http://schemas.microsoft.com/office/powerpoint/2010/main" val="34642093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if we click the </a:t>
            </a:r>
            <a:r>
              <a:rPr lang="en-US" b="1" dirty="0" err="1"/>
              <a:t>GetAll</a:t>
            </a:r>
            <a:r>
              <a:rPr lang="en-US" dirty="0" err="1"/>
              <a:t>_</a:t>
            </a:r>
            <a:r>
              <a:rPr lang="en-US" b="1" dirty="0" err="1"/>
              <a:t>Categories</a:t>
            </a:r>
            <a:r>
              <a:rPr lang="en-US" dirty="0"/>
              <a:t> and </a:t>
            </a:r>
            <a:r>
              <a:rPr lang="en-US" b="1" dirty="0"/>
              <a:t>Run Tool</a:t>
            </a:r>
            <a:r>
              <a:rPr lang="en-US" dirty="0"/>
              <a:t>, we can observe the MCP Server make an API call to the Categories and retrieve all the categories data. </a:t>
            </a:r>
            <a:br>
              <a:rPr lang="en-US" dirty="0"/>
            </a:br>
            <a:br>
              <a:rPr lang="en-US" dirty="0"/>
            </a:br>
            <a:r>
              <a:rPr lang="en-US" dirty="0"/>
              <a:t>This way we can test our MCP server and may write test cases with for unit testing. All the MCP tool responses needs to match the API Gateway responses.</a:t>
            </a:r>
          </a:p>
        </p:txBody>
      </p:sp>
      <p:sp>
        <p:nvSpPr>
          <p:cNvPr id="4" name="Slide Number Placeholder 3"/>
          <p:cNvSpPr>
            <a:spLocks noGrp="1"/>
          </p:cNvSpPr>
          <p:nvPr>
            <p:ph type="sldNum" sz="quarter" idx="5"/>
          </p:nvPr>
        </p:nvSpPr>
        <p:spPr/>
        <p:txBody>
          <a:bodyPr/>
          <a:lstStyle/>
          <a:p>
            <a:fld id="{0AB74911-B3E0-412C-A9AC-841104B4B930}" type="slidenum">
              <a:rPr lang="tr-TR" smtClean="0"/>
              <a:t>46</a:t>
            </a:fld>
            <a:endParaRPr lang="tr-TR"/>
          </a:p>
        </p:txBody>
      </p:sp>
    </p:spTree>
    <p:extLst>
      <p:ext uri="{BB962C8B-B14F-4D97-AF65-F5344CB8AC3E}">
        <p14:creationId xmlns:p14="http://schemas.microsoft.com/office/powerpoint/2010/main" val="33821518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7726B-BA89-66C5-60C5-159DF984D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C432F-F208-FC20-292C-8DC9A1965FD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FDA0897-48A2-1ED5-B8A5-A1187BCC319A}"/>
              </a:ext>
            </a:extLst>
          </p:cNvPr>
          <p:cNvSpPr>
            <a:spLocks noGrp="1"/>
          </p:cNvSpPr>
          <p:nvPr>
            <p:ph type="body" idx="1"/>
          </p:nvPr>
        </p:nvSpPr>
        <p:spPr/>
        <p:txBody>
          <a:bodyPr/>
          <a:lstStyle/>
          <a:p>
            <a:r>
              <a:rPr lang="en-US" dirty="0"/>
              <a:t>We came so far to MCP Server.</a:t>
            </a:r>
          </a:p>
        </p:txBody>
      </p:sp>
      <p:sp>
        <p:nvSpPr>
          <p:cNvPr id="4" name="Slide Number Placeholder 3">
            <a:extLst>
              <a:ext uri="{FF2B5EF4-FFF2-40B4-BE49-F238E27FC236}">
                <a16:creationId xmlns:a16="http://schemas.microsoft.com/office/drawing/2014/main" id="{9ABDEF9A-F2CD-7832-DAA4-4B248009E2BF}"/>
              </a:ext>
            </a:extLst>
          </p:cNvPr>
          <p:cNvSpPr>
            <a:spLocks noGrp="1"/>
          </p:cNvSpPr>
          <p:nvPr>
            <p:ph type="sldNum" sz="quarter" idx="5"/>
          </p:nvPr>
        </p:nvSpPr>
        <p:spPr/>
        <p:txBody>
          <a:bodyPr/>
          <a:lstStyle/>
          <a:p>
            <a:fld id="{0AB74911-B3E0-412C-A9AC-841104B4B930}" type="slidenum">
              <a:rPr lang="tr-TR" smtClean="0"/>
              <a:t>47</a:t>
            </a:fld>
            <a:endParaRPr lang="tr-TR"/>
          </a:p>
        </p:txBody>
      </p:sp>
    </p:spTree>
    <p:extLst>
      <p:ext uri="{BB962C8B-B14F-4D97-AF65-F5344CB8AC3E}">
        <p14:creationId xmlns:p14="http://schemas.microsoft.com/office/powerpoint/2010/main" val="35910515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195A4-BAD6-990E-3A57-4E7C4FD9F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08B6D-D6D5-D0A5-2013-7564C60480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CE826D-817F-5DBC-9236-8044C90AB4A8}"/>
              </a:ext>
            </a:extLst>
          </p:cNvPr>
          <p:cNvSpPr>
            <a:spLocks noGrp="1"/>
          </p:cNvSpPr>
          <p:nvPr>
            <p:ph type="body" idx="1"/>
          </p:nvPr>
        </p:nvSpPr>
        <p:spPr/>
        <p:txBody>
          <a:bodyPr/>
          <a:lstStyle/>
          <a:p>
            <a:r>
              <a:rPr lang="en-US" dirty="0"/>
              <a:t>Next step, we will implement an AGENT REST API. There will be 2 components inside this API. Agents and MCP Client.</a:t>
            </a:r>
          </a:p>
        </p:txBody>
      </p:sp>
      <p:sp>
        <p:nvSpPr>
          <p:cNvPr id="4" name="Slide Number Placeholder 3">
            <a:extLst>
              <a:ext uri="{FF2B5EF4-FFF2-40B4-BE49-F238E27FC236}">
                <a16:creationId xmlns:a16="http://schemas.microsoft.com/office/drawing/2014/main" id="{1A8BF5C9-DC4A-D926-6695-A3BD1288DF81}"/>
              </a:ext>
            </a:extLst>
          </p:cNvPr>
          <p:cNvSpPr>
            <a:spLocks noGrp="1"/>
          </p:cNvSpPr>
          <p:nvPr>
            <p:ph type="sldNum" sz="quarter" idx="5"/>
          </p:nvPr>
        </p:nvSpPr>
        <p:spPr/>
        <p:txBody>
          <a:bodyPr/>
          <a:lstStyle/>
          <a:p>
            <a:fld id="{0AB74911-B3E0-412C-A9AC-841104B4B930}" type="slidenum">
              <a:rPr lang="tr-TR" smtClean="0"/>
              <a:t>48</a:t>
            </a:fld>
            <a:endParaRPr lang="tr-TR"/>
          </a:p>
        </p:txBody>
      </p:sp>
    </p:spTree>
    <p:extLst>
      <p:ext uri="{BB962C8B-B14F-4D97-AF65-F5344CB8AC3E}">
        <p14:creationId xmlns:p14="http://schemas.microsoft.com/office/powerpoint/2010/main" val="16393141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30FEC-8CDD-5163-179B-E546BB1D9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16BA4-5D2F-1078-226F-3DD9500AA6D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4D69D5A-A63F-E5AC-1CB1-832607425E81}"/>
              </a:ext>
            </a:extLst>
          </p:cNvPr>
          <p:cNvSpPr>
            <a:spLocks noGrp="1"/>
          </p:cNvSpPr>
          <p:nvPr>
            <p:ph type="body" idx="1"/>
          </p:nvPr>
        </p:nvSpPr>
        <p:spPr/>
        <p:txBody>
          <a:bodyPr/>
          <a:lstStyle/>
          <a:p>
            <a:r>
              <a:rPr lang="en-US" dirty="0"/>
              <a:t>MCP Client is the consumer of the MCP Server and make calls to the tools.</a:t>
            </a:r>
          </a:p>
        </p:txBody>
      </p:sp>
      <p:sp>
        <p:nvSpPr>
          <p:cNvPr id="4" name="Slide Number Placeholder 3">
            <a:extLst>
              <a:ext uri="{FF2B5EF4-FFF2-40B4-BE49-F238E27FC236}">
                <a16:creationId xmlns:a16="http://schemas.microsoft.com/office/drawing/2014/main" id="{E2D35CF4-CD05-E953-4256-92CD5A052FB3}"/>
              </a:ext>
            </a:extLst>
          </p:cNvPr>
          <p:cNvSpPr>
            <a:spLocks noGrp="1"/>
          </p:cNvSpPr>
          <p:nvPr>
            <p:ph type="sldNum" sz="quarter" idx="5"/>
          </p:nvPr>
        </p:nvSpPr>
        <p:spPr/>
        <p:txBody>
          <a:bodyPr/>
          <a:lstStyle/>
          <a:p>
            <a:fld id="{0AB74911-B3E0-412C-A9AC-841104B4B930}" type="slidenum">
              <a:rPr lang="tr-TR" smtClean="0"/>
              <a:t>49</a:t>
            </a:fld>
            <a:endParaRPr lang="tr-TR"/>
          </a:p>
        </p:txBody>
      </p:sp>
    </p:spTree>
    <p:extLst>
      <p:ext uri="{BB962C8B-B14F-4D97-AF65-F5344CB8AC3E}">
        <p14:creationId xmlns:p14="http://schemas.microsoft.com/office/powerpoint/2010/main" val="21587824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7687-7410-00E0-CD30-6F43D0EA9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974EF-F833-2D5A-8C9B-35583661BA4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2B169CF-A68E-8D35-BE90-E41C60FC1BDD}"/>
              </a:ext>
            </a:extLst>
          </p:cNvPr>
          <p:cNvSpPr>
            <a:spLocks noGrp="1"/>
          </p:cNvSpPr>
          <p:nvPr>
            <p:ph type="body" idx="1"/>
          </p:nvPr>
        </p:nvSpPr>
        <p:spPr/>
        <p:txBody>
          <a:bodyPr/>
          <a:lstStyle/>
          <a:p>
            <a:r>
              <a:rPr lang="en-US" dirty="0"/>
              <a:t>Agents Integration will integrate OPEN AI Model or any other Agent capable LLMs. This component manage the communication between AI and MCP Tools. </a:t>
            </a:r>
          </a:p>
        </p:txBody>
      </p:sp>
      <p:sp>
        <p:nvSpPr>
          <p:cNvPr id="4" name="Slide Number Placeholder 3">
            <a:extLst>
              <a:ext uri="{FF2B5EF4-FFF2-40B4-BE49-F238E27FC236}">
                <a16:creationId xmlns:a16="http://schemas.microsoft.com/office/drawing/2014/main" id="{6F5A6388-812D-8CF5-7B2F-B555344D61B3}"/>
              </a:ext>
            </a:extLst>
          </p:cNvPr>
          <p:cNvSpPr>
            <a:spLocks noGrp="1"/>
          </p:cNvSpPr>
          <p:nvPr>
            <p:ph type="sldNum" sz="quarter" idx="5"/>
          </p:nvPr>
        </p:nvSpPr>
        <p:spPr/>
        <p:txBody>
          <a:bodyPr/>
          <a:lstStyle/>
          <a:p>
            <a:fld id="{0AB74911-B3E0-412C-A9AC-841104B4B930}" type="slidenum">
              <a:rPr lang="tr-TR" smtClean="0"/>
              <a:t>50</a:t>
            </a:fld>
            <a:endParaRPr lang="tr-TR"/>
          </a:p>
        </p:txBody>
      </p:sp>
    </p:spTree>
    <p:extLst>
      <p:ext uri="{BB962C8B-B14F-4D97-AF65-F5344CB8AC3E}">
        <p14:creationId xmlns:p14="http://schemas.microsoft.com/office/powerpoint/2010/main" val="1457464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6EDA1-2D7A-9151-578A-DF7FC34E7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DDC85-A135-A920-76C9-DCB46D3D37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2359840-8052-630B-1549-120E55C5E8AA}"/>
              </a:ext>
            </a:extLst>
          </p:cNvPr>
          <p:cNvSpPr>
            <a:spLocks noGrp="1"/>
          </p:cNvSpPr>
          <p:nvPr>
            <p:ph type="body" idx="1"/>
          </p:nvPr>
        </p:nvSpPr>
        <p:spPr/>
        <p:txBody>
          <a:bodyPr/>
          <a:lstStyle/>
          <a:p>
            <a:r>
              <a:rPr lang="en-US" dirty="0"/>
              <a:t>Finally React User Interface will consume this AGENT REST API along with CRUD REST API GATEWAY. Basically, React UI Post a prompt query to the AGENT REST API and this API will generate a response asking it to the OPEN AI Models, the model will use the data from the MCP Server Tools.</a:t>
            </a:r>
          </a:p>
        </p:txBody>
      </p:sp>
      <p:sp>
        <p:nvSpPr>
          <p:cNvPr id="4" name="Slide Number Placeholder 3">
            <a:extLst>
              <a:ext uri="{FF2B5EF4-FFF2-40B4-BE49-F238E27FC236}">
                <a16:creationId xmlns:a16="http://schemas.microsoft.com/office/drawing/2014/main" id="{DAAD8509-7D6D-EE56-F8EC-99F569DA3BC7}"/>
              </a:ext>
            </a:extLst>
          </p:cNvPr>
          <p:cNvSpPr>
            <a:spLocks noGrp="1"/>
          </p:cNvSpPr>
          <p:nvPr>
            <p:ph type="sldNum" sz="quarter" idx="5"/>
          </p:nvPr>
        </p:nvSpPr>
        <p:spPr/>
        <p:txBody>
          <a:bodyPr/>
          <a:lstStyle/>
          <a:p>
            <a:fld id="{0AB74911-B3E0-412C-A9AC-841104B4B930}" type="slidenum">
              <a:rPr lang="tr-TR" smtClean="0"/>
              <a:t>51</a:t>
            </a:fld>
            <a:endParaRPr lang="tr-TR"/>
          </a:p>
        </p:txBody>
      </p:sp>
    </p:spTree>
    <p:extLst>
      <p:ext uri="{BB962C8B-B14F-4D97-AF65-F5344CB8AC3E}">
        <p14:creationId xmlns:p14="http://schemas.microsoft.com/office/powerpoint/2010/main" val="817709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a dotnet web project to be able to make a Web API solution. Same drill like Gateway API.</a:t>
            </a:r>
          </a:p>
          <a:p>
            <a:pPr marL="228600" indent="-228600">
              <a:buAutoNum type="arabicPeriod"/>
            </a:pPr>
            <a:r>
              <a:rPr lang="en-US" dirty="0"/>
              <a:t>Add Logging</a:t>
            </a:r>
          </a:p>
          <a:p>
            <a:pPr marL="228600" lvl="0" indent="-228600">
              <a:buAutoNum type="arabicPeriod"/>
            </a:pPr>
            <a:r>
              <a:rPr lang="en-US" dirty="0"/>
              <a:t>Add </a:t>
            </a:r>
            <a:r>
              <a:rPr lang="en-US" dirty="0" err="1"/>
              <a:t>Cors</a:t>
            </a:r>
            <a:r>
              <a:rPr lang="en-US" dirty="0"/>
              <a:t> policy for REACT Next.JS UI. It will consume this service.</a:t>
            </a:r>
          </a:p>
          <a:p>
            <a:pPr marL="228600" lvl="0" indent="-228600">
              <a:buAutoNum type="arabicPeriod"/>
            </a:pPr>
            <a:r>
              <a:rPr lang="en-US" dirty="0"/>
              <a:t>Add the controllers and Endpoints Api Explorer to the Dependency Injection Container.</a:t>
            </a:r>
          </a:p>
          <a:p>
            <a:pPr marL="228600" lvl="0" indent="-228600">
              <a:buAutoNum type="arabicPeriod"/>
            </a:pPr>
            <a:endParaRPr lang="en-US" dirty="0"/>
          </a:p>
          <a:p>
            <a:pPr marL="0" lvl="0" indent="0">
              <a:buNone/>
            </a:pPr>
            <a:r>
              <a:rPr lang="en-US" dirty="0"/>
              <a:t>Those were standard non MCP related stuff.</a:t>
            </a:r>
          </a:p>
        </p:txBody>
      </p:sp>
      <p:sp>
        <p:nvSpPr>
          <p:cNvPr id="4" name="Slide Number Placeholder 3"/>
          <p:cNvSpPr>
            <a:spLocks noGrp="1"/>
          </p:cNvSpPr>
          <p:nvPr>
            <p:ph type="sldNum" sz="quarter" idx="5"/>
          </p:nvPr>
        </p:nvSpPr>
        <p:spPr/>
        <p:txBody>
          <a:bodyPr/>
          <a:lstStyle/>
          <a:p>
            <a:fld id="{0AB74911-B3E0-412C-A9AC-841104B4B930}" type="slidenum">
              <a:rPr lang="tr-TR" smtClean="0"/>
              <a:t>52</a:t>
            </a:fld>
            <a:endParaRPr lang="tr-TR"/>
          </a:p>
        </p:txBody>
      </p:sp>
    </p:spTree>
    <p:extLst>
      <p:ext uri="{BB962C8B-B14F-4D97-AF65-F5344CB8AC3E}">
        <p14:creationId xmlns:p14="http://schemas.microsoft.com/office/powerpoint/2010/main" val="12282544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adding the Swagger Stuff, we can put a code to read the </a:t>
            </a:r>
            <a:r>
              <a:rPr lang="en-US" b="1" dirty="0" err="1"/>
              <a:t>mcpInfo</a:t>
            </a:r>
            <a:r>
              <a:rPr lang="en-US" dirty="0"/>
              <a:t> from the </a:t>
            </a:r>
            <a:r>
              <a:rPr lang="en-US" b="1" dirty="0" err="1"/>
              <a:t>mcp.info.json</a:t>
            </a:r>
            <a:r>
              <a:rPr lang="en-US" dirty="0"/>
              <a:t>. This is a made-up file by me. I am storing at this file;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 </a:t>
            </a:r>
            <a:r>
              <a:rPr lang="en-US" dirty="0" err="1"/>
              <a:t>Url</a:t>
            </a:r>
            <a:r>
              <a:rPr lang="en-US" dirty="0"/>
              <a:t> to the </a:t>
            </a:r>
            <a:r>
              <a:rPr lang="en-US" dirty="0" err="1"/>
              <a:t>mcp</a:t>
            </a:r>
            <a:r>
              <a:rPr lang="en-US" dirty="0"/>
              <a:t> server for the </a:t>
            </a:r>
            <a:r>
              <a:rPr lang="en-US" dirty="0" err="1"/>
              <a:t>mcp</a:t>
            </a:r>
            <a:r>
              <a:rPr lang="en-US" dirty="0"/>
              <a:t> client usage. </a:t>
            </a:r>
            <a:r>
              <a:rPr lang="en-US" dirty="0" err="1"/>
              <a:t>Url</a:t>
            </a:r>
            <a:r>
              <a:rPr lang="en-US" dirty="0"/>
              <a:t> is on our example </a:t>
            </a:r>
            <a:r>
              <a:rPr lang="tr-TR" sz="1200" b="0" kern="1200" dirty="0">
                <a:solidFill>
                  <a:schemeClr val="tx1"/>
                </a:solidFill>
                <a:effectLst/>
                <a:latin typeface="+mn-lt"/>
                <a:ea typeface="+mn-ea"/>
                <a:cs typeface="+mn-cs"/>
              </a:rPr>
              <a:t>http://localhost:5207/SSE</a:t>
            </a:r>
            <a:r>
              <a:rPr lang="en-US" sz="1200" b="0" kern="1200" dirty="0">
                <a:solidFill>
                  <a:schemeClr val="tx1"/>
                </a:solidFill>
                <a:effectLst/>
                <a:latin typeface="+mn-lt"/>
                <a:ea typeface="+mn-ea"/>
                <a:cs typeface="+mn-cs"/>
              </a:rPr>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API key for OPEN AI. Can be created from their web portal. To use Chat GPT as a Agent here.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Model Id can be for example </a:t>
            </a:r>
            <a:r>
              <a:rPr lang="tr-TR" sz="1200" b="0" kern="1200" dirty="0">
                <a:solidFill>
                  <a:schemeClr val="tx1"/>
                </a:solidFill>
                <a:effectLst/>
                <a:latin typeface="+mn-lt"/>
                <a:ea typeface="+mn-ea"/>
                <a:cs typeface="+mn-cs"/>
              </a:rPr>
              <a:t>gpt-4.1</a:t>
            </a:r>
            <a:r>
              <a:rPr lang="en-US" sz="1200" b="0" kern="1200" dirty="0">
                <a:solidFill>
                  <a:schemeClr val="tx1"/>
                </a:solidFill>
                <a:effectLst/>
                <a:latin typeface="+mn-lt"/>
                <a:ea typeface="+mn-ea"/>
                <a:cs typeface="+mn-cs"/>
              </a:rPr>
              <a:t> or other chat </a:t>
            </a:r>
            <a:r>
              <a:rPr lang="en-US" sz="1200" b="0" kern="1200" dirty="0" err="1">
                <a:solidFill>
                  <a:schemeClr val="tx1"/>
                </a:solidFill>
                <a:effectLst/>
                <a:latin typeface="+mn-lt"/>
                <a:ea typeface="+mn-ea"/>
                <a:cs typeface="+mn-cs"/>
              </a:rPr>
              <a:t>gpt</a:t>
            </a:r>
            <a:r>
              <a:rPr lang="en-US" sz="1200" b="0" kern="1200" dirty="0">
                <a:solidFill>
                  <a:schemeClr val="tx1"/>
                </a:solidFill>
                <a:effectLst/>
                <a:latin typeface="+mn-lt"/>
                <a:ea typeface="+mn-ea"/>
                <a:cs typeface="+mn-cs"/>
              </a:rPr>
              <a:t>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tr-TR"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53</a:t>
            </a:fld>
            <a:endParaRPr lang="tr-TR"/>
          </a:p>
        </p:txBody>
      </p:sp>
    </p:spTree>
    <p:extLst>
      <p:ext uri="{BB962C8B-B14F-4D97-AF65-F5344CB8AC3E}">
        <p14:creationId xmlns:p14="http://schemas.microsoft.com/office/powerpoint/2010/main" val="2982259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 Api Key We construct an </a:t>
            </a:r>
            <a:r>
              <a:rPr lang="en-US" b="1" dirty="0" err="1"/>
              <a:t>OpenAIClient</a:t>
            </a:r>
            <a:r>
              <a:rPr lang="en-US" dirty="0"/>
              <a:t>. From this OpenAI Client, we will use the model Id and create a chat client with factory pattern. We can now inject to the DI container as Singleton Instance. This instance will be used by controllers to query prompts to the </a:t>
            </a:r>
            <a:r>
              <a:rPr lang="en-US" b="1" dirty="0"/>
              <a:t>Open AI LLM Models</a:t>
            </a:r>
            <a:r>
              <a:rPr lang="en-US" dirty="0"/>
              <a:t>.</a:t>
            </a:r>
          </a:p>
          <a:p>
            <a:endParaRPr lang="en-US" dirty="0"/>
          </a:p>
          <a:p>
            <a:r>
              <a:rPr lang="en-US" dirty="0"/>
              <a:t>To consume the </a:t>
            </a:r>
            <a:r>
              <a:rPr lang="en-US" b="1" dirty="0"/>
              <a:t>MCP Server Tools</a:t>
            </a:r>
            <a:r>
              <a:rPr lang="en-US" dirty="0"/>
              <a:t>, we will construct a </a:t>
            </a:r>
            <a:r>
              <a:rPr lang="en-US" b="1" dirty="0"/>
              <a:t>Server Side Event Client Transport </a:t>
            </a:r>
            <a:r>
              <a:rPr lang="en-US" dirty="0"/>
              <a:t>with </a:t>
            </a:r>
            <a:r>
              <a:rPr lang="en-US" b="1" dirty="0"/>
              <a:t>MCP Server URL</a:t>
            </a:r>
            <a:r>
              <a:rPr lang="en-US" dirty="0"/>
              <a:t>, with that transport we construct a </a:t>
            </a:r>
            <a:r>
              <a:rPr lang="en-US" dirty="0" err="1"/>
              <a:t>mcpClient</a:t>
            </a:r>
            <a:r>
              <a:rPr lang="en-US" dirty="0"/>
              <a:t> and Inject it as a singleton object to the DI.</a:t>
            </a:r>
          </a:p>
          <a:p>
            <a:endParaRPr lang="en-US" dirty="0"/>
          </a:p>
          <a:p>
            <a:r>
              <a:rPr lang="en-US" dirty="0"/>
              <a:t>Also, we implement a dictionary of </a:t>
            </a:r>
            <a:r>
              <a:rPr lang="en-US" b="1" dirty="0" err="1"/>
              <a:t>Guid</a:t>
            </a:r>
            <a:r>
              <a:rPr lang="en-US" dirty="0"/>
              <a:t> and </a:t>
            </a:r>
            <a:r>
              <a:rPr lang="en-US" b="1" dirty="0" err="1"/>
              <a:t>ChatSession</a:t>
            </a:r>
            <a:r>
              <a:rPr lang="en-US" dirty="0"/>
              <a:t>. Here we are storing the chat history with Agent in memory. </a:t>
            </a:r>
            <a:r>
              <a:rPr lang="en-US" b="1" dirty="0" err="1"/>
              <a:t>ChatSession</a:t>
            </a:r>
            <a:r>
              <a:rPr lang="en-US" dirty="0"/>
              <a:t> is a custom class that I have created, and I will come to that in upcoming slides.</a:t>
            </a:r>
          </a:p>
        </p:txBody>
      </p:sp>
      <p:sp>
        <p:nvSpPr>
          <p:cNvPr id="4" name="Slide Number Placeholder 3"/>
          <p:cNvSpPr>
            <a:spLocks noGrp="1"/>
          </p:cNvSpPr>
          <p:nvPr>
            <p:ph type="sldNum" sz="quarter" idx="5"/>
          </p:nvPr>
        </p:nvSpPr>
        <p:spPr/>
        <p:txBody>
          <a:bodyPr/>
          <a:lstStyle/>
          <a:p>
            <a:fld id="{0AB74911-B3E0-412C-A9AC-841104B4B930}" type="slidenum">
              <a:rPr lang="tr-TR" smtClean="0"/>
              <a:t>54</a:t>
            </a:fld>
            <a:endParaRPr lang="tr-TR"/>
          </a:p>
        </p:txBody>
      </p:sp>
    </p:spTree>
    <p:extLst>
      <p:ext uri="{BB962C8B-B14F-4D97-AF65-F5344CB8AC3E}">
        <p14:creationId xmlns:p14="http://schemas.microsoft.com/office/powerpoint/2010/main" val="14079227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implement some classes like </a:t>
            </a:r>
            <a:r>
              <a:rPr lang="en-US" b="1" dirty="0" err="1"/>
              <a:t>McpInfo</a:t>
            </a:r>
            <a:r>
              <a:rPr lang="en-US" dirty="0"/>
              <a:t>, </a:t>
            </a:r>
            <a:r>
              <a:rPr lang="en-US" b="1" dirty="0" err="1"/>
              <a:t>McpMethod</a:t>
            </a:r>
            <a:r>
              <a:rPr lang="en-US" dirty="0"/>
              <a:t>, </a:t>
            </a:r>
            <a:r>
              <a:rPr lang="en-US" b="1" dirty="0" err="1"/>
              <a:t>McpParameter</a:t>
            </a:r>
            <a:r>
              <a:rPr lang="en-US" dirty="0"/>
              <a:t> as records.</a:t>
            </a:r>
          </a:p>
        </p:txBody>
      </p:sp>
      <p:sp>
        <p:nvSpPr>
          <p:cNvPr id="4" name="Slide Number Placeholder 3"/>
          <p:cNvSpPr>
            <a:spLocks noGrp="1"/>
          </p:cNvSpPr>
          <p:nvPr>
            <p:ph type="sldNum" sz="quarter" idx="5"/>
          </p:nvPr>
        </p:nvSpPr>
        <p:spPr/>
        <p:txBody>
          <a:bodyPr/>
          <a:lstStyle/>
          <a:p>
            <a:fld id="{0AB74911-B3E0-412C-A9AC-841104B4B930}" type="slidenum">
              <a:rPr lang="tr-TR" smtClean="0"/>
              <a:t>55</a:t>
            </a:fld>
            <a:endParaRPr lang="tr-TR"/>
          </a:p>
        </p:txBody>
      </p:sp>
    </p:spTree>
    <p:extLst>
      <p:ext uri="{BB962C8B-B14F-4D97-AF65-F5344CB8AC3E}">
        <p14:creationId xmlns:p14="http://schemas.microsoft.com/office/powerpoint/2010/main" val="11039568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Chat Session</a:t>
            </a:r>
            <a:r>
              <a:rPr lang="en-US" dirty="0"/>
              <a:t> class is a memory template to store the chat history and options.</a:t>
            </a:r>
          </a:p>
        </p:txBody>
      </p:sp>
      <p:sp>
        <p:nvSpPr>
          <p:cNvPr id="4" name="Slide Number Placeholder 3"/>
          <p:cNvSpPr>
            <a:spLocks noGrp="1"/>
          </p:cNvSpPr>
          <p:nvPr>
            <p:ph type="sldNum" sz="quarter" idx="5"/>
          </p:nvPr>
        </p:nvSpPr>
        <p:spPr/>
        <p:txBody>
          <a:bodyPr/>
          <a:lstStyle/>
          <a:p>
            <a:fld id="{0AB74911-B3E0-412C-A9AC-841104B4B930}" type="slidenum">
              <a:rPr lang="tr-TR" smtClean="0"/>
              <a:t>56</a:t>
            </a:fld>
            <a:endParaRPr lang="tr-TR"/>
          </a:p>
        </p:txBody>
      </p:sp>
    </p:spTree>
    <p:extLst>
      <p:ext uri="{BB962C8B-B14F-4D97-AF65-F5344CB8AC3E}">
        <p14:creationId xmlns:p14="http://schemas.microsoft.com/office/powerpoint/2010/main" val="2136657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drill as Gateway API implement an Api Controller Base.</a:t>
            </a:r>
          </a:p>
        </p:txBody>
      </p:sp>
      <p:sp>
        <p:nvSpPr>
          <p:cNvPr id="4" name="Slide Number Placeholder 3"/>
          <p:cNvSpPr>
            <a:spLocks noGrp="1"/>
          </p:cNvSpPr>
          <p:nvPr>
            <p:ph type="sldNum" sz="quarter" idx="5"/>
          </p:nvPr>
        </p:nvSpPr>
        <p:spPr/>
        <p:txBody>
          <a:bodyPr/>
          <a:lstStyle/>
          <a:p>
            <a:fld id="{0AB74911-B3E0-412C-A9AC-841104B4B930}" type="slidenum">
              <a:rPr lang="tr-TR" smtClean="0"/>
              <a:t>57</a:t>
            </a:fld>
            <a:endParaRPr lang="tr-TR"/>
          </a:p>
        </p:txBody>
      </p:sp>
    </p:spTree>
    <p:extLst>
      <p:ext uri="{BB962C8B-B14F-4D97-AF65-F5344CB8AC3E}">
        <p14:creationId xmlns:p14="http://schemas.microsoft.com/office/powerpoint/2010/main" val="34101626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a </a:t>
            </a:r>
            <a:r>
              <a:rPr lang="en-US" dirty="0" err="1"/>
              <a:t>ChatController</a:t>
            </a:r>
            <a:r>
              <a:rPr lang="en-US" dirty="0"/>
              <a:t>, has </a:t>
            </a:r>
            <a:r>
              <a:rPr lang="en-US" dirty="0" err="1"/>
              <a:t>mcp</a:t>
            </a:r>
            <a:r>
              <a:rPr lang="en-US" dirty="0"/>
              <a:t> client, chat client, chat sessions components.</a:t>
            </a:r>
          </a:p>
          <a:p>
            <a:r>
              <a:rPr lang="en-US" dirty="0"/>
              <a:t>Implement a http get method that returns the </a:t>
            </a:r>
            <a:r>
              <a:rPr lang="en-US" dirty="0" err="1"/>
              <a:t>mcp</a:t>
            </a:r>
            <a:r>
              <a:rPr lang="en-US" dirty="0"/>
              <a:t> tool list. Get </a:t>
            </a:r>
            <a:r>
              <a:rPr lang="en-US" dirty="0" err="1"/>
              <a:t>Mcp</a:t>
            </a:r>
            <a:r>
              <a:rPr lang="en-US" dirty="0"/>
              <a:t> Tools Async. </a:t>
            </a:r>
          </a:p>
        </p:txBody>
      </p:sp>
      <p:sp>
        <p:nvSpPr>
          <p:cNvPr id="4" name="Slide Number Placeholder 3"/>
          <p:cNvSpPr>
            <a:spLocks noGrp="1"/>
          </p:cNvSpPr>
          <p:nvPr>
            <p:ph type="sldNum" sz="quarter" idx="5"/>
          </p:nvPr>
        </p:nvSpPr>
        <p:spPr/>
        <p:txBody>
          <a:bodyPr/>
          <a:lstStyle/>
          <a:p>
            <a:fld id="{0AB74911-B3E0-412C-A9AC-841104B4B930}" type="slidenum">
              <a:rPr lang="tr-TR" smtClean="0"/>
              <a:t>58</a:t>
            </a:fld>
            <a:endParaRPr lang="tr-TR"/>
          </a:p>
        </p:txBody>
      </p:sp>
    </p:spTree>
    <p:extLst>
      <p:ext uri="{BB962C8B-B14F-4D97-AF65-F5344CB8AC3E}">
        <p14:creationId xmlns:p14="http://schemas.microsoft.com/office/powerpoint/2010/main" val="12735176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Implement a http get method that returns the </a:t>
            </a:r>
            <a:r>
              <a:rPr lang="en-US" dirty="0" err="1"/>
              <a:t>mcp</a:t>
            </a:r>
            <a:r>
              <a:rPr lang="en-US" dirty="0"/>
              <a:t> methods list. Get </a:t>
            </a:r>
            <a:r>
              <a:rPr lang="en-US" dirty="0" err="1"/>
              <a:t>Mcp</a:t>
            </a:r>
            <a:r>
              <a:rPr lang="en-US" dirty="0"/>
              <a:t> Methods. </a:t>
            </a:r>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59</a:t>
            </a:fld>
            <a:endParaRPr lang="tr-TR"/>
          </a:p>
        </p:txBody>
      </p:sp>
    </p:spTree>
    <p:extLst>
      <p:ext uri="{BB962C8B-B14F-4D97-AF65-F5344CB8AC3E}">
        <p14:creationId xmlns:p14="http://schemas.microsoft.com/office/powerpoint/2010/main" val="24032993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Http get method for Create Session and returning the session Id. The chat session will be stored along with the </a:t>
            </a:r>
            <a:r>
              <a:rPr lang="en-US" dirty="0" err="1"/>
              <a:t>mcp</a:t>
            </a:r>
            <a:r>
              <a:rPr lang="en-US" dirty="0"/>
              <a:t> tools.</a:t>
            </a:r>
          </a:p>
        </p:txBody>
      </p:sp>
      <p:sp>
        <p:nvSpPr>
          <p:cNvPr id="4" name="Slide Number Placeholder 3"/>
          <p:cNvSpPr>
            <a:spLocks noGrp="1"/>
          </p:cNvSpPr>
          <p:nvPr>
            <p:ph type="sldNum" sz="quarter" idx="5"/>
          </p:nvPr>
        </p:nvSpPr>
        <p:spPr/>
        <p:txBody>
          <a:bodyPr/>
          <a:lstStyle/>
          <a:p>
            <a:fld id="{0AB74911-B3E0-412C-A9AC-841104B4B930}" type="slidenum">
              <a:rPr lang="tr-TR" smtClean="0"/>
              <a:t>60</a:t>
            </a:fld>
            <a:endParaRPr lang="tr-TR"/>
          </a:p>
        </p:txBody>
      </p:sp>
    </p:spTree>
    <p:extLst>
      <p:ext uri="{BB962C8B-B14F-4D97-AF65-F5344CB8AC3E}">
        <p14:creationId xmlns:p14="http://schemas.microsoft.com/office/powerpoint/2010/main" val="26055150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 get methods for retrieve sessions can be implemented like this.</a:t>
            </a:r>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61</a:t>
            </a:fld>
            <a:endParaRPr lang="tr-TR"/>
          </a:p>
        </p:txBody>
      </p:sp>
    </p:spTree>
    <p:extLst>
      <p:ext uri="{BB962C8B-B14F-4D97-AF65-F5344CB8AC3E}">
        <p14:creationId xmlns:p14="http://schemas.microsoft.com/office/powerpoint/2010/main" val="13215435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create the most important function of this Chat Controller. Getting the prompt with Chat / Prompt / </a:t>
            </a:r>
            <a:r>
              <a:rPr lang="en-US" dirty="0" err="1"/>
              <a:t>SessionId</a:t>
            </a:r>
            <a:r>
              <a:rPr lang="en-US" dirty="0"/>
              <a:t> as Http Post Method.</a:t>
            </a:r>
          </a:p>
          <a:p>
            <a:pPr marL="228600" indent="-228600">
              <a:buAutoNum type="arabicPeriod"/>
            </a:pPr>
            <a:r>
              <a:rPr lang="en-US" dirty="0"/>
              <a:t>Add the user prompt.</a:t>
            </a:r>
          </a:p>
          <a:p>
            <a:pPr marL="228600" indent="-228600">
              <a:buAutoNum type="arabicPeriod"/>
            </a:pPr>
            <a:r>
              <a:rPr lang="en-US" dirty="0"/>
              <a:t>Get the entire response in one go (no loop)</a:t>
            </a:r>
          </a:p>
          <a:p>
            <a:pPr marL="228600" indent="-228600">
              <a:buAutoNum type="arabicPeriod"/>
            </a:pPr>
            <a:r>
              <a:rPr lang="en-US" dirty="0"/>
              <a:t>Get the Streaming Response from chat client</a:t>
            </a:r>
          </a:p>
          <a:p>
            <a:pPr marL="228600" indent="-228600">
              <a:buAutoNum type="arabicPeriod"/>
            </a:pPr>
            <a:r>
              <a:rPr lang="en-US" dirty="0"/>
              <a:t>Collect any function calls we find</a:t>
            </a:r>
          </a:p>
          <a:p>
            <a:pPr marL="228600" indent="-228600">
              <a:buAutoNum type="arabicPeriod"/>
            </a:pPr>
            <a:r>
              <a:rPr lang="en-US" dirty="0"/>
              <a:t>Collect any regular text content in </a:t>
            </a:r>
            <a:r>
              <a:rPr lang="en-US" dirty="0" err="1"/>
              <a:t>currentResponse</a:t>
            </a:r>
            <a:r>
              <a:rPr lang="en-US" dirty="0"/>
              <a:t> text.</a:t>
            </a:r>
          </a:p>
          <a:p>
            <a:pPr marL="228600" indent="-228600">
              <a:buAutoNum type="arabicPeriod"/>
            </a:pPr>
            <a:r>
              <a:rPr lang="en-US" dirty="0"/>
              <a:t>Collect usage details.</a:t>
            </a:r>
          </a:p>
          <a:p>
            <a:pPr marL="0" indent="0">
              <a:buNone/>
            </a:pPr>
            <a:endParaRPr lang="en-US" dirty="0"/>
          </a:p>
          <a:p>
            <a:pPr marL="0" indent="0">
              <a:buNone/>
            </a:pPr>
            <a:endParaRPr lang="en-US" dirty="0"/>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62</a:t>
            </a:fld>
            <a:endParaRPr lang="tr-TR"/>
          </a:p>
        </p:txBody>
      </p:sp>
    </p:spTree>
    <p:extLst>
      <p:ext uri="{BB962C8B-B14F-4D97-AF65-F5344CB8AC3E}">
        <p14:creationId xmlns:p14="http://schemas.microsoft.com/office/powerpoint/2010/main" val="42433865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Store the current assistant response even if we found function calls.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If we found function calls, process them and return their responses only, without another AI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Process each function call sequentially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Get the arguments from the function call</a:t>
            </a: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kern="1200" dirty="0">
                <a:solidFill>
                  <a:schemeClr val="tx1"/>
                </a:solidFill>
                <a:effectLst/>
                <a:latin typeface="+mn-lt"/>
                <a:ea typeface="+mn-ea"/>
                <a:cs typeface="+mn-cs"/>
              </a:rPr>
              <a:t>Display the arguments</a:t>
            </a: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kern="1200" dirty="0">
                <a:solidFill>
                  <a:schemeClr val="tx1"/>
                </a:solidFill>
                <a:effectLst/>
                <a:latin typeface="+mn-lt"/>
                <a:ea typeface="+mn-ea"/>
                <a:cs typeface="+mn-cs"/>
              </a:rPr>
              <a:t>Call the MCP tool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Extract the text content from the result</a:t>
            </a:r>
          </a:p>
        </p:txBody>
      </p:sp>
      <p:sp>
        <p:nvSpPr>
          <p:cNvPr id="4" name="Slide Number Placeholder 3"/>
          <p:cNvSpPr>
            <a:spLocks noGrp="1"/>
          </p:cNvSpPr>
          <p:nvPr>
            <p:ph type="sldNum" sz="quarter" idx="5"/>
          </p:nvPr>
        </p:nvSpPr>
        <p:spPr/>
        <p:txBody>
          <a:bodyPr/>
          <a:lstStyle/>
          <a:p>
            <a:fld id="{0AB74911-B3E0-412C-A9AC-841104B4B930}" type="slidenum">
              <a:rPr lang="tr-TR" smtClean="0"/>
              <a:t>63</a:t>
            </a:fld>
            <a:endParaRPr lang="tr-TR"/>
          </a:p>
        </p:txBody>
      </p:sp>
    </p:spTree>
    <p:extLst>
      <p:ext uri="{BB962C8B-B14F-4D97-AF65-F5344CB8AC3E}">
        <p14:creationId xmlns:p14="http://schemas.microsoft.com/office/powerpoint/2010/main" val="31816112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a:t>
            </a:r>
            <a:r>
              <a:rPr lang="en-US" sz="1200" b="0" kern="1200" dirty="0">
                <a:solidFill>
                  <a:schemeClr val="tx1"/>
                </a:solidFill>
                <a:effectLst/>
                <a:latin typeface="+mn-lt"/>
                <a:ea typeface="+mn-ea"/>
                <a:cs typeface="+mn-cs"/>
              </a:rPr>
              <a:t>dd only one final assistant response that includes both AI text and tool results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Since </a:t>
            </a:r>
            <a:r>
              <a:rPr lang="en-US" sz="1200" b="1" kern="1200" dirty="0" err="1">
                <a:solidFill>
                  <a:schemeClr val="tx1"/>
                </a:solidFill>
                <a:effectLst/>
                <a:latin typeface="+mn-lt"/>
                <a:ea typeface="+mn-ea"/>
                <a:cs typeface="+mn-cs"/>
              </a:rPr>
              <a:t>ChatMessage</a:t>
            </a:r>
            <a:r>
              <a:rPr lang="en-US" sz="1200" b="0" kern="1200" dirty="0">
                <a:solidFill>
                  <a:schemeClr val="tx1"/>
                </a:solidFill>
                <a:effectLst/>
                <a:latin typeface="+mn-lt"/>
                <a:ea typeface="+mn-ea"/>
                <a:cs typeface="+mn-cs"/>
              </a:rPr>
              <a:t> doesn't have a </a:t>
            </a:r>
            <a:r>
              <a:rPr lang="en-US" sz="1200" b="1" kern="1200" dirty="0">
                <a:solidFill>
                  <a:schemeClr val="tx1"/>
                </a:solidFill>
                <a:effectLst/>
                <a:latin typeface="+mn-lt"/>
                <a:ea typeface="+mn-ea"/>
                <a:cs typeface="+mn-cs"/>
              </a:rPr>
              <a:t>Content</a:t>
            </a:r>
            <a:r>
              <a:rPr lang="en-US" sz="1200" b="0" kern="1200" dirty="0">
                <a:solidFill>
                  <a:schemeClr val="tx1"/>
                </a:solidFill>
                <a:effectLst/>
                <a:latin typeface="+mn-lt"/>
                <a:ea typeface="+mn-ea"/>
                <a:cs typeface="+mn-cs"/>
              </a:rPr>
              <a:t> property, use the standard </a:t>
            </a:r>
            <a:r>
              <a:rPr lang="en-US" sz="1200" b="1" kern="1200" dirty="0" err="1">
                <a:solidFill>
                  <a:schemeClr val="tx1"/>
                </a:solidFill>
                <a:effectLst/>
                <a:latin typeface="+mn-lt"/>
                <a:ea typeface="+mn-ea"/>
                <a:cs typeface="+mn-cs"/>
              </a:rPr>
              <a:t>ToString</a:t>
            </a:r>
            <a:r>
              <a:rPr lang="en-US" sz="1200" b="0" kern="1200" dirty="0">
                <a:solidFill>
                  <a:schemeClr val="tx1"/>
                </a:solidFill>
                <a:effectLst/>
                <a:latin typeface="+mn-lt"/>
                <a:ea typeface="+mn-ea"/>
                <a:cs typeface="+mn-cs"/>
              </a:rPr>
              <a:t> method</a:t>
            </a:r>
          </a:p>
          <a:p>
            <a:r>
              <a:rPr lang="en-US" dirty="0"/>
              <a:t>Return Assistant Message.</a:t>
            </a:r>
          </a:p>
        </p:txBody>
      </p:sp>
      <p:sp>
        <p:nvSpPr>
          <p:cNvPr id="4" name="Slide Number Placeholder 3"/>
          <p:cNvSpPr>
            <a:spLocks noGrp="1"/>
          </p:cNvSpPr>
          <p:nvPr>
            <p:ph type="sldNum" sz="quarter" idx="5"/>
          </p:nvPr>
        </p:nvSpPr>
        <p:spPr/>
        <p:txBody>
          <a:bodyPr/>
          <a:lstStyle/>
          <a:p>
            <a:fld id="{0AB74911-B3E0-412C-A9AC-841104B4B930}" type="slidenum">
              <a:rPr lang="tr-TR" smtClean="0"/>
              <a:t>64</a:t>
            </a:fld>
            <a:endParaRPr lang="tr-TR"/>
          </a:p>
        </p:txBody>
      </p:sp>
    </p:spTree>
    <p:extLst>
      <p:ext uri="{BB962C8B-B14F-4D97-AF65-F5344CB8AC3E}">
        <p14:creationId xmlns:p14="http://schemas.microsoft.com/office/powerpoint/2010/main" val="25768268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run the MCP Agent API a.t the port 5208</a:t>
            </a:r>
          </a:p>
        </p:txBody>
      </p:sp>
      <p:sp>
        <p:nvSpPr>
          <p:cNvPr id="4" name="Slide Number Placeholder 3"/>
          <p:cNvSpPr>
            <a:spLocks noGrp="1"/>
          </p:cNvSpPr>
          <p:nvPr>
            <p:ph type="sldNum" sz="quarter" idx="5"/>
          </p:nvPr>
        </p:nvSpPr>
        <p:spPr/>
        <p:txBody>
          <a:bodyPr/>
          <a:lstStyle/>
          <a:p>
            <a:fld id="{0AB74911-B3E0-412C-A9AC-841104B4B930}" type="slidenum">
              <a:rPr lang="tr-TR" smtClean="0"/>
              <a:t>65</a:t>
            </a:fld>
            <a:endParaRPr lang="tr-TR"/>
          </a:p>
        </p:txBody>
      </p:sp>
    </p:spTree>
    <p:extLst>
      <p:ext uri="{BB962C8B-B14F-4D97-AF65-F5344CB8AC3E}">
        <p14:creationId xmlns:p14="http://schemas.microsoft.com/office/powerpoint/2010/main" val="36426622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observe the Northwind MCP Agent API Swagger output. It is ready to consumed by the REACT UI.</a:t>
            </a:r>
          </a:p>
        </p:txBody>
      </p:sp>
      <p:sp>
        <p:nvSpPr>
          <p:cNvPr id="4" name="Slide Number Placeholder 3"/>
          <p:cNvSpPr>
            <a:spLocks noGrp="1"/>
          </p:cNvSpPr>
          <p:nvPr>
            <p:ph type="sldNum" sz="quarter" idx="5"/>
          </p:nvPr>
        </p:nvSpPr>
        <p:spPr/>
        <p:txBody>
          <a:bodyPr/>
          <a:lstStyle/>
          <a:p>
            <a:fld id="{0AB74911-B3E0-412C-A9AC-841104B4B930}" type="slidenum">
              <a:rPr lang="tr-TR" smtClean="0"/>
              <a:t>66</a:t>
            </a:fld>
            <a:endParaRPr lang="tr-TR"/>
          </a:p>
        </p:txBody>
      </p:sp>
    </p:spTree>
    <p:extLst>
      <p:ext uri="{BB962C8B-B14F-4D97-AF65-F5344CB8AC3E}">
        <p14:creationId xmlns:p14="http://schemas.microsoft.com/office/powerpoint/2010/main" val="37425478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dive into the react next </a:t>
            </a:r>
            <a:r>
              <a:rPr lang="en-US" dirty="0" err="1"/>
              <a:t>js</a:t>
            </a:r>
            <a:r>
              <a:rPr lang="en-US" dirty="0"/>
              <a:t> code base and create a chat page type script file.</a:t>
            </a:r>
          </a:p>
        </p:txBody>
      </p:sp>
      <p:sp>
        <p:nvSpPr>
          <p:cNvPr id="4" name="Slide Number Placeholder 3"/>
          <p:cNvSpPr>
            <a:spLocks noGrp="1"/>
          </p:cNvSpPr>
          <p:nvPr>
            <p:ph type="sldNum" sz="quarter" idx="5"/>
          </p:nvPr>
        </p:nvSpPr>
        <p:spPr/>
        <p:txBody>
          <a:bodyPr/>
          <a:lstStyle/>
          <a:p>
            <a:fld id="{0AB74911-B3E0-412C-A9AC-841104B4B930}" type="slidenum">
              <a:rPr lang="tr-TR" smtClean="0"/>
              <a:t>67</a:t>
            </a:fld>
            <a:endParaRPr lang="tr-TR"/>
          </a:p>
        </p:txBody>
      </p:sp>
    </p:spTree>
    <p:extLst>
      <p:ext uri="{BB962C8B-B14F-4D97-AF65-F5344CB8AC3E}">
        <p14:creationId xmlns:p14="http://schemas.microsoft.com/office/powerpoint/2010/main" val="40405483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import the dependencies, next.js </a:t>
            </a:r>
            <a:r>
              <a:rPr lang="en-US" b="1" dirty="0"/>
              <a:t>link</a:t>
            </a:r>
            <a:r>
              <a:rPr lang="en-US" dirty="0"/>
              <a:t> and react </a:t>
            </a:r>
            <a:r>
              <a:rPr lang="en-US" b="1" dirty="0" err="1"/>
              <a:t>useEffect</a:t>
            </a:r>
            <a:r>
              <a:rPr lang="en-US" b="1" dirty="0"/>
              <a:t>,</a:t>
            </a:r>
            <a:r>
              <a:rPr lang="en-US" dirty="0"/>
              <a:t> </a:t>
            </a:r>
            <a:r>
              <a:rPr lang="en-US" b="1" dirty="0" err="1"/>
              <a:t>useRef</a:t>
            </a:r>
            <a:r>
              <a:rPr lang="en-US" dirty="0"/>
              <a:t> and </a:t>
            </a:r>
            <a:r>
              <a:rPr lang="en-US" b="1" dirty="0" err="1"/>
              <a:t>useState</a:t>
            </a:r>
            <a:r>
              <a:rPr lang="en-US" dirty="0"/>
              <a:t>.</a:t>
            </a:r>
          </a:p>
        </p:txBody>
      </p:sp>
      <p:sp>
        <p:nvSpPr>
          <p:cNvPr id="4" name="Slide Number Placeholder 3"/>
          <p:cNvSpPr>
            <a:spLocks noGrp="1"/>
          </p:cNvSpPr>
          <p:nvPr>
            <p:ph type="sldNum" sz="quarter" idx="5"/>
          </p:nvPr>
        </p:nvSpPr>
        <p:spPr/>
        <p:txBody>
          <a:bodyPr/>
          <a:lstStyle/>
          <a:p>
            <a:fld id="{0AB74911-B3E0-412C-A9AC-841104B4B930}" type="slidenum">
              <a:rPr lang="tr-TR" smtClean="0"/>
              <a:t>68</a:t>
            </a:fld>
            <a:endParaRPr lang="tr-TR"/>
          </a:p>
        </p:txBody>
      </p:sp>
    </p:spTree>
    <p:extLst>
      <p:ext uri="{BB962C8B-B14F-4D97-AF65-F5344CB8AC3E}">
        <p14:creationId xmlns:p14="http://schemas.microsoft.com/office/powerpoint/2010/main" val="8422708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Define an API Base URL for the Agent API and the </a:t>
            </a:r>
            <a:r>
              <a:rPr lang="en-US" dirty="0" err="1"/>
              <a:t>ChatMessage</a:t>
            </a:r>
            <a:r>
              <a:rPr lang="en-US" dirty="0"/>
              <a:t> class. This is the POCO representation of </a:t>
            </a:r>
            <a:r>
              <a:rPr lang="tr-TR" sz="1200" b="0" kern="1200" dirty="0">
                <a:solidFill>
                  <a:schemeClr val="tx1"/>
                </a:solidFill>
                <a:effectLst/>
                <a:latin typeface="+mn-lt"/>
                <a:ea typeface="+mn-ea"/>
                <a:cs typeface="+mn-cs"/>
              </a:rPr>
              <a:t>Microsoft.Extensions.AI</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ChatMessage</a:t>
            </a:r>
            <a:r>
              <a:rPr lang="en-US" sz="1200" b="0" kern="1200" dirty="0">
                <a:solidFill>
                  <a:schemeClr val="tx1"/>
                </a:solidFill>
                <a:effectLst/>
                <a:latin typeface="+mn-lt"/>
                <a:ea typeface="+mn-ea"/>
                <a:cs typeface="+mn-cs"/>
              </a:rPr>
              <a:t>. This was the response type of the Prompt HTTP POST of the API.</a:t>
            </a:r>
          </a:p>
        </p:txBody>
      </p:sp>
      <p:sp>
        <p:nvSpPr>
          <p:cNvPr id="4" name="Slide Number Placeholder 3"/>
          <p:cNvSpPr>
            <a:spLocks noGrp="1"/>
          </p:cNvSpPr>
          <p:nvPr>
            <p:ph type="sldNum" sz="quarter" idx="5"/>
          </p:nvPr>
        </p:nvSpPr>
        <p:spPr/>
        <p:txBody>
          <a:bodyPr/>
          <a:lstStyle/>
          <a:p>
            <a:fld id="{0AB74911-B3E0-412C-A9AC-841104B4B930}" type="slidenum">
              <a:rPr lang="tr-TR" smtClean="0"/>
              <a:t>69</a:t>
            </a:fld>
            <a:endParaRPr lang="tr-TR"/>
          </a:p>
        </p:txBody>
      </p:sp>
    </p:spTree>
    <p:extLst>
      <p:ext uri="{BB962C8B-B14F-4D97-AF65-F5344CB8AC3E}">
        <p14:creationId xmlns:p14="http://schemas.microsoft.com/office/powerpoint/2010/main" val="8057928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the bindable properties that we are showing in the UI. Session Id, Chat History, User Prompt that user will edit on the runtime to send to server, loading indicator and </a:t>
            </a:r>
            <a:r>
              <a:rPr lang="en-US" dirty="0" err="1"/>
              <a:t>inputRef</a:t>
            </a:r>
            <a:r>
              <a:rPr lang="en-US" dirty="0"/>
              <a:t> </a:t>
            </a:r>
            <a:r>
              <a:rPr lang="en-US" dirty="0" err="1"/>
              <a:t>HTMLInputElement</a:t>
            </a:r>
            <a:r>
              <a:rPr lang="en-US" dirty="0"/>
              <a:t> to be able to manage focus after loading the page. </a:t>
            </a:r>
          </a:p>
        </p:txBody>
      </p:sp>
      <p:sp>
        <p:nvSpPr>
          <p:cNvPr id="4" name="Slide Number Placeholder 3"/>
          <p:cNvSpPr>
            <a:spLocks noGrp="1"/>
          </p:cNvSpPr>
          <p:nvPr>
            <p:ph type="sldNum" sz="quarter" idx="5"/>
          </p:nvPr>
        </p:nvSpPr>
        <p:spPr/>
        <p:txBody>
          <a:bodyPr/>
          <a:lstStyle/>
          <a:p>
            <a:fld id="{0AB74911-B3E0-412C-A9AC-841104B4B930}" type="slidenum">
              <a:rPr lang="tr-TR" smtClean="0"/>
              <a:t>70</a:t>
            </a:fld>
            <a:endParaRPr lang="tr-TR"/>
          </a:p>
        </p:txBody>
      </p:sp>
    </p:spTree>
    <p:extLst>
      <p:ext uri="{BB962C8B-B14F-4D97-AF65-F5344CB8AC3E}">
        <p14:creationId xmlns:p14="http://schemas.microsoft.com/office/powerpoint/2010/main" val="26480515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a session ID on mount</a:t>
            </a:r>
          </a:p>
        </p:txBody>
      </p:sp>
      <p:sp>
        <p:nvSpPr>
          <p:cNvPr id="4" name="Slide Number Placeholder 3"/>
          <p:cNvSpPr>
            <a:spLocks noGrp="1"/>
          </p:cNvSpPr>
          <p:nvPr>
            <p:ph type="sldNum" sz="quarter" idx="5"/>
          </p:nvPr>
        </p:nvSpPr>
        <p:spPr/>
        <p:txBody>
          <a:bodyPr/>
          <a:lstStyle/>
          <a:p>
            <a:fld id="{0AB74911-B3E0-412C-A9AC-841104B4B930}" type="slidenum">
              <a:rPr lang="tr-TR" smtClean="0"/>
              <a:t>71</a:t>
            </a:fld>
            <a:endParaRPr lang="tr-TR"/>
          </a:p>
        </p:txBody>
      </p:sp>
    </p:spTree>
    <p:extLst>
      <p:ext uri="{BB962C8B-B14F-4D97-AF65-F5344CB8AC3E}">
        <p14:creationId xmlns:p14="http://schemas.microsoft.com/office/powerpoint/2010/main" val="275694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sending a prompt like this. When a reply is received append both user and bot messages to history. </a:t>
            </a:r>
          </a:p>
        </p:txBody>
      </p:sp>
      <p:sp>
        <p:nvSpPr>
          <p:cNvPr id="4" name="Slide Number Placeholder 3"/>
          <p:cNvSpPr>
            <a:spLocks noGrp="1"/>
          </p:cNvSpPr>
          <p:nvPr>
            <p:ph type="sldNum" sz="quarter" idx="5"/>
          </p:nvPr>
        </p:nvSpPr>
        <p:spPr/>
        <p:txBody>
          <a:bodyPr/>
          <a:lstStyle/>
          <a:p>
            <a:fld id="{0AB74911-B3E0-412C-A9AC-841104B4B930}" type="slidenum">
              <a:rPr lang="tr-TR" smtClean="0"/>
              <a:t>72</a:t>
            </a:fld>
            <a:endParaRPr lang="tr-TR"/>
          </a:p>
        </p:txBody>
      </p:sp>
    </p:spTree>
    <p:extLst>
      <p:ext uri="{BB962C8B-B14F-4D97-AF65-F5344CB8AC3E}">
        <p14:creationId xmlns:p14="http://schemas.microsoft.com/office/powerpoint/2010/main" val="31345399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way we can render messages from the agent </a:t>
            </a:r>
            <a:r>
              <a:rPr lang="en-US" dirty="0" err="1"/>
              <a:t>api</a:t>
            </a:r>
            <a:r>
              <a:rPr lang="en-US" dirty="0"/>
              <a:t>.</a:t>
            </a:r>
          </a:p>
        </p:txBody>
      </p:sp>
      <p:sp>
        <p:nvSpPr>
          <p:cNvPr id="4" name="Slide Number Placeholder 3"/>
          <p:cNvSpPr>
            <a:spLocks noGrp="1"/>
          </p:cNvSpPr>
          <p:nvPr>
            <p:ph type="sldNum" sz="quarter" idx="5"/>
          </p:nvPr>
        </p:nvSpPr>
        <p:spPr/>
        <p:txBody>
          <a:bodyPr/>
          <a:lstStyle/>
          <a:p>
            <a:fld id="{0AB74911-B3E0-412C-A9AC-841104B4B930}" type="slidenum">
              <a:rPr lang="tr-TR" smtClean="0"/>
              <a:t>73</a:t>
            </a:fld>
            <a:endParaRPr lang="tr-TR"/>
          </a:p>
        </p:txBody>
      </p:sp>
    </p:spTree>
    <p:extLst>
      <p:ext uri="{BB962C8B-B14F-4D97-AF65-F5344CB8AC3E}">
        <p14:creationId xmlns:p14="http://schemas.microsoft.com/office/powerpoint/2010/main" val="39371142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render the html of the chat page now. A Home button, a title called Chat with MCP Agent, Session Id underneath. Until it gets it will show Initializing the </a:t>
            </a:r>
            <a:r>
              <a:rPr lang="en-US" dirty="0" err="1"/>
              <a:t>the</a:t>
            </a:r>
            <a:r>
              <a:rPr lang="en-US" dirty="0"/>
              <a:t> session </a:t>
            </a:r>
            <a:r>
              <a:rPr lang="en-US" dirty="0" err="1"/>
              <a:t>ıd</a:t>
            </a:r>
            <a:r>
              <a:rPr lang="en-US" dirty="0"/>
              <a:t>. </a:t>
            </a:r>
          </a:p>
          <a:p>
            <a:endParaRPr lang="en-US" dirty="0"/>
          </a:p>
          <a:p>
            <a:r>
              <a:rPr lang="en-US" dirty="0"/>
              <a:t>It will render chat history and an </a:t>
            </a:r>
            <a:r>
              <a:rPr lang="en-US" dirty="0" err="1"/>
              <a:t>inputbox</a:t>
            </a:r>
            <a:r>
              <a:rPr lang="en-US" dirty="0"/>
              <a:t> with send button to be able to send prompt to the server.</a:t>
            </a:r>
          </a:p>
        </p:txBody>
      </p:sp>
      <p:sp>
        <p:nvSpPr>
          <p:cNvPr id="4" name="Slide Number Placeholder 3"/>
          <p:cNvSpPr>
            <a:spLocks noGrp="1"/>
          </p:cNvSpPr>
          <p:nvPr>
            <p:ph type="sldNum" sz="quarter" idx="5"/>
          </p:nvPr>
        </p:nvSpPr>
        <p:spPr/>
        <p:txBody>
          <a:bodyPr/>
          <a:lstStyle/>
          <a:p>
            <a:fld id="{0AB74911-B3E0-412C-A9AC-841104B4B930}" type="slidenum">
              <a:rPr lang="tr-TR" smtClean="0"/>
              <a:t>74</a:t>
            </a:fld>
            <a:endParaRPr lang="tr-TR"/>
          </a:p>
        </p:txBody>
      </p:sp>
    </p:spTree>
    <p:extLst>
      <p:ext uri="{BB962C8B-B14F-4D97-AF65-F5344CB8AC3E}">
        <p14:creationId xmlns:p14="http://schemas.microsoft.com/office/powerpoint/2010/main" val="13026499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a button to our new chat page. </a:t>
            </a:r>
          </a:p>
        </p:txBody>
      </p:sp>
      <p:sp>
        <p:nvSpPr>
          <p:cNvPr id="4" name="Slide Number Placeholder 3"/>
          <p:cNvSpPr>
            <a:spLocks noGrp="1"/>
          </p:cNvSpPr>
          <p:nvPr>
            <p:ph type="sldNum" sz="quarter" idx="5"/>
          </p:nvPr>
        </p:nvSpPr>
        <p:spPr/>
        <p:txBody>
          <a:bodyPr/>
          <a:lstStyle/>
          <a:p>
            <a:fld id="{0AB74911-B3E0-412C-A9AC-841104B4B930}" type="slidenum">
              <a:rPr lang="tr-TR" smtClean="0"/>
              <a:t>75</a:t>
            </a:fld>
            <a:endParaRPr lang="tr-TR"/>
          </a:p>
        </p:txBody>
      </p:sp>
    </p:spTree>
    <p:extLst>
      <p:ext uri="{BB962C8B-B14F-4D97-AF65-F5344CB8AC3E}">
        <p14:creationId xmlns:p14="http://schemas.microsoft.com/office/powerpoint/2010/main" val="20221867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end let's make it a demo along with testing the whole system. Initial Chat page will look like this.</a:t>
            </a:r>
          </a:p>
        </p:txBody>
      </p:sp>
      <p:sp>
        <p:nvSpPr>
          <p:cNvPr id="4" name="Slide Number Placeholder 3"/>
          <p:cNvSpPr>
            <a:spLocks noGrp="1"/>
          </p:cNvSpPr>
          <p:nvPr>
            <p:ph type="sldNum" sz="quarter" idx="5"/>
          </p:nvPr>
        </p:nvSpPr>
        <p:spPr/>
        <p:txBody>
          <a:bodyPr/>
          <a:lstStyle/>
          <a:p>
            <a:fld id="{0AB74911-B3E0-412C-A9AC-841104B4B930}" type="slidenum">
              <a:rPr lang="tr-TR" smtClean="0"/>
              <a:t>76</a:t>
            </a:fld>
            <a:endParaRPr lang="tr-TR"/>
          </a:p>
        </p:txBody>
      </p:sp>
    </p:spTree>
    <p:extLst>
      <p:ext uri="{BB962C8B-B14F-4D97-AF65-F5344CB8AC3E}">
        <p14:creationId xmlns:p14="http://schemas.microsoft.com/office/powerpoint/2010/main" val="25782472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basic question like ‘get me the top 5 categories ordered by name’. Gets a correct answer. It is very straight forward tool call and easy to respond by chat </a:t>
            </a:r>
            <a:r>
              <a:rPr lang="en-US" dirty="0" err="1"/>
              <a:t>gpt</a:t>
            </a:r>
            <a:r>
              <a:rPr lang="en-US" dirty="0"/>
              <a:t> when MCP server tools are present. </a:t>
            </a:r>
          </a:p>
        </p:txBody>
      </p:sp>
      <p:sp>
        <p:nvSpPr>
          <p:cNvPr id="4" name="Slide Number Placeholder 3"/>
          <p:cNvSpPr>
            <a:spLocks noGrp="1"/>
          </p:cNvSpPr>
          <p:nvPr>
            <p:ph type="sldNum" sz="quarter" idx="5"/>
          </p:nvPr>
        </p:nvSpPr>
        <p:spPr/>
        <p:txBody>
          <a:bodyPr/>
          <a:lstStyle/>
          <a:p>
            <a:fld id="{0AB74911-B3E0-412C-A9AC-841104B4B930}" type="slidenum">
              <a:rPr lang="tr-TR" smtClean="0"/>
              <a:t>77</a:t>
            </a:fld>
            <a:endParaRPr lang="tr-TR"/>
          </a:p>
        </p:txBody>
      </p:sp>
    </p:spTree>
    <p:extLst>
      <p:ext uri="{BB962C8B-B14F-4D97-AF65-F5344CB8AC3E}">
        <p14:creationId xmlns:p14="http://schemas.microsoft.com/office/powerpoint/2010/main" val="119981784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check the logs what happening step by step when we ask this basic question. First the Agent API. </a:t>
            </a:r>
          </a:p>
          <a:p>
            <a:endParaRPr lang="en-US" dirty="0"/>
          </a:p>
          <a:p>
            <a:r>
              <a:rPr lang="en-US" dirty="0"/>
              <a:t>As the logs indicates; Open API Agent Model Chat GPT 4 understands the prompt and the tools from MCP Server. Finds out the necessary tool called </a:t>
            </a:r>
            <a:r>
              <a:rPr lang="en-US" b="1" dirty="0" err="1"/>
              <a:t>GetPaged_Categories</a:t>
            </a:r>
            <a:r>
              <a:rPr lang="en-US" b="1" dirty="0"/>
              <a:t>. </a:t>
            </a:r>
            <a:r>
              <a:rPr lang="en-US" b="0" dirty="0"/>
              <a:t>Execute and collect the top 5 category by name in 6 seconds.</a:t>
            </a:r>
          </a:p>
        </p:txBody>
      </p:sp>
      <p:sp>
        <p:nvSpPr>
          <p:cNvPr id="4" name="Slide Number Placeholder 3"/>
          <p:cNvSpPr>
            <a:spLocks noGrp="1"/>
          </p:cNvSpPr>
          <p:nvPr>
            <p:ph type="sldNum" sz="quarter" idx="5"/>
          </p:nvPr>
        </p:nvSpPr>
        <p:spPr/>
        <p:txBody>
          <a:bodyPr/>
          <a:lstStyle/>
          <a:p>
            <a:fld id="{0AB74911-B3E0-412C-A9AC-841104B4B930}" type="slidenum">
              <a:rPr lang="tr-TR" smtClean="0"/>
              <a:t>78</a:t>
            </a:fld>
            <a:endParaRPr lang="tr-TR"/>
          </a:p>
        </p:txBody>
      </p:sp>
    </p:spTree>
    <p:extLst>
      <p:ext uri="{BB962C8B-B14F-4D97-AF65-F5344CB8AC3E}">
        <p14:creationId xmlns:p14="http://schemas.microsoft.com/office/powerpoint/2010/main" val="22064081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observe the tool call also at the MCP Server Logs.</a:t>
            </a:r>
          </a:p>
        </p:txBody>
      </p:sp>
      <p:sp>
        <p:nvSpPr>
          <p:cNvPr id="4" name="Slide Number Placeholder 3"/>
          <p:cNvSpPr>
            <a:spLocks noGrp="1"/>
          </p:cNvSpPr>
          <p:nvPr>
            <p:ph type="sldNum" sz="quarter" idx="5"/>
          </p:nvPr>
        </p:nvSpPr>
        <p:spPr/>
        <p:txBody>
          <a:bodyPr/>
          <a:lstStyle/>
          <a:p>
            <a:fld id="{0AB74911-B3E0-412C-A9AC-841104B4B930}" type="slidenum">
              <a:rPr lang="tr-TR" smtClean="0"/>
              <a:t>79</a:t>
            </a:fld>
            <a:endParaRPr lang="tr-TR"/>
          </a:p>
        </p:txBody>
      </p:sp>
    </p:spTree>
    <p:extLst>
      <p:ext uri="{BB962C8B-B14F-4D97-AF65-F5344CB8AC3E}">
        <p14:creationId xmlns:p14="http://schemas.microsoft.com/office/powerpoint/2010/main" val="11700029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if we dig dive and go to the REST Gateway API Logs. The category service call is triggered with parameters skip 0, take 5, order by category name ascending. A corresponding SQL Command has been generated via Entity Framework and SQL Server does the query and responded back to the Gateway API.</a:t>
            </a:r>
          </a:p>
        </p:txBody>
      </p:sp>
      <p:sp>
        <p:nvSpPr>
          <p:cNvPr id="4" name="Slide Number Placeholder 3"/>
          <p:cNvSpPr>
            <a:spLocks noGrp="1"/>
          </p:cNvSpPr>
          <p:nvPr>
            <p:ph type="sldNum" sz="quarter" idx="5"/>
          </p:nvPr>
        </p:nvSpPr>
        <p:spPr/>
        <p:txBody>
          <a:bodyPr/>
          <a:lstStyle/>
          <a:p>
            <a:fld id="{0AB74911-B3E0-412C-A9AC-841104B4B930}" type="slidenum">
              <a:rPr lang="tr-TR" smtClean="0"/>
              <a:t>80</a:t>
            </a:fld>
            <a:endParaRPr lang="tr-TR"/>
          </a:p>
        </p:txBody>
      </p:sp>
    </p:spTree>
    <p:extLst>
      <p:ext uri="{BB962C8B-B14F-4D97-AF65-F5344CB8AC3E}">
        <p14:creationId xmlns:p14="http://schemas.microsoft.com/office/powerpoint/2010/main" val="1481188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check the actual data is correct or not. We went back to operational react user interface and check the categories.</a:t>
            </a:r>
          </a:p>
        </p:txBody>
      </p:sp>
      <p:sp>
        <p:nvSpPr>
          <p:cNvPr id="4" name="Slide Number Placeholder 3"/>
          <p:cNvSpPr>
            <a:spLocks noGrp="1"/>
          </p:cNvSpPr>
          <p:nvPr>
            <p:ph type="sldNum" sz="quarter" idx="5"/>
          </p:nvPr>
        </p:nvSpPr>
        <p:spPr/>
        <p:txBody>
          <a:bodyPr/>
          <a:lstStyle/>
          <a:p>
            <a:fld id="{0AB74911-B3E0-412C-A9AC-841104B4B930}" type="slidenum">
              <a:rPr lang="tr-TR" smtClean="0"/>
              <a:t>81</a:t>
            </a:fld>
            <a:endParaRPr lang="tr-TR"/>
          </a:p>
        </p:txBody>
      </p:sp>
    </p:spTree>
    <p:extLst>
      <p:ext uri="{BB962C8B-B14F-4D97-AF65-F5344CB8AC3E}">
        <p14:creationId xmlns:p14="http://schemas.microsoft.com/office/powerpoint/2010/main" val="283131816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if we compare the result of the Agent and Traditional UI, we see the Agent is correct.</a:t>
            </a:r>
          </a:p>
        </p:txBody>
      </p:sp>
      <p:sp>
        <p:nvSpPr>
          <p:cNvPr id="4" name="Slide Number Placeholder 3"/>
          <p:cNvSpPr>
            <a:spLocks noGrp="1"/>
          </p:cNvSpPr>
          <p:nvPr>
            <p:ph type="sldNum" sz="quarter" idx="5"/>
          </p:nvPr>
        </p:nvSpPr>
        <p:spPr/>
        <p:txBody>
          <a:bodyPr/>
          <a:lstStyle/>
          <a:p>
            <a:fld id="{0AB74911-B3E0-412C-A9AC-841104B4B930}" type="slidenum">
              <a:rPr lang="tr-TR" smtClean="0"/>
              <a:t>82</a:t>
            </a:fld>
            <a:endParaRPr lang="tr-TR"/>
          </a:p>
        </p:txBody>
      </p:sp>
    </p:spTree>
    <p:extLst>
      <p:ext uri="{BB962C8B-B14F-4D97-AF65-F5344CB8AC3E}">
        <p14:creationId xmlns:p14="http://schemas.microsoft.com/office/powerpoint/2010/main" val="39601473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but there are more beneficiary usage of the agentic web, think about it. </a:t>
            </a:r>
          </a:p>
          <a:p>
            <a:endParaRPr lang="en-US" dirty="0"/>
          </a:p>
          <a:p>
            <a:r>
              <a:rPr lang="en-US" dirty="0"/>
              <a:t>A new business requirement is coming up; a user of this app needs to sort out categories according to the product count for example. </a:t>
            </a:r>
          </a:p>
          <a:p>
            <a:endParaRPr lang="en-US" dirty="0"/>
          </a:p>
          <a:p>
            <a:r>
              <a:rPr lang="en-US" dirty="0"/>
              <a:t>Our user interface has lack of design and capability to fulfil this requirement. </a:t>
            </a:r>
          </a:p>
          <a:p>
            <a:endParaRPr lang="en-US" dirty="0"/>
          </a:p>
          <a:p>
            <a:r>
              <a:rPr lang="en-US" dirty="0"/>
              <a:t>Times before Agentic web what we do was limited with development, either we need to develop some reporting service and dynamic reporting pages for this types of requirements or we improve the user interface via development processes. </a:t>
            </a:r>
          </a:p>
          <a:p>
            <a:endParaRPr lang="en-US" dirty="0"/>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83</a:t>
            </a:fld>
            <a:endParaRPr lang="tr-TR"/>
          </a:p>
        </p:txBody>
      </p:sp>
    </p:spTree>
    <p:extLst>
      <p:ext uri="{BB962C8B-B14F-4D97-AF65-F5344CB8AC3E}">
        <p14:creationId xmlns:p14="http://schemas.microsoft.com/office/powerpoint/2010/main" val="6651200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with Agentic web the reporting and user interface become obsolete. Because now through MCP server and LLMs we can talk with our existing application.</a:t>
            </a:r>
          </a:p>
          <a:p>
            <a:endParaRPr lang="en-US" dirty="0"/>
          </a:p>
          <a:p>
            <a:pPr algn="l"/>
            <a:r>
              <a:rPr lang="en-US" dirty="0"/>
              <a:t>Let's do in action. Ask ‘</a:t>
            </a:r>
            <a:r>
              <a:rPr lang="en-US" sz="1200" b="0" i="0" kern="1200" dirty="0">
                <a:solidFill>
                  <a:schemeClr val="tx1"/>
                </a:solidFill>
                <a:effectLst/>
                <a:latin typeface="+mn-lt"/>
                <a:ea typeface="+mn-ea"/>
                <a:cs typeface="+mn-cs"/>
              </a:rPr>
              <a:t>Could you please show me top 5 categories with most products in a html table.’ That’s it, you get the answer. The Agent does every Api calls necessary and collected that information in a html table and showing to you.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Now your application is smarter. You can chat with your application and data.</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84</a:t>
            </a:fld>
            <a:endParaRPr lang="tr-TR"/>
          </a:p>
        </p:txBody>
      </p:sp>
    </p:spTree>
    <p:extLst>
      <p:ext uri="{BB962C8B-B14F-4D97-AF65-F5344CB8AC3E}">
        <p14:creationId xmlns:p14="http://schemas.microsoft.com/office/powerpoint/2010/main" val="233641492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another one; lets ask ‘</a:t>
            </a:r>
            <a:r>
              <a:rPr lang="en-US" sz="1200" b="0" i="0" kern="1200" dirty="0">
                <a:solidFill>
                  <a:schemeClr val="tx1"/>
                </a:solidFill>
                <a:effectLst/>
                <a:latin typeface="+mn-lt"/>
                <a:ea typeface="+mn-ea"/>
                <a:cs typeface="+mn-cs"/>
              </a:rPr>
              <a:t>What is the top ordered product and how many times it has been ordered?’. This is very time consuming via using this UI to find out that the answer is </a:t>
            </a:r>
            <a:r>
              <a:rPr lang="tr-TR" sz="1200" b="0" i="0" kern="1200" dirty="0">
                <a:solidFill>
                  <a:schemeClr val="tx1"/>
                </a:solidFill>
                <a:effectLst/>
                <a:latin typeface="+mn-lt"/>
                <a:ea typeface="+mn-ea"/>
                <a:cs typeface="+mn-cs"/>
              </a:rPr>
              <a:t>Chartreuse verte</a:t>
            </a:r>
            <a:r>
              <a:rPr lang="en-US" sz="1200" b="0" i="0" kern="1200" dirty="0">
                <a:solidFill>
                  <a:schemeClr val="tx1"/>
                </a:solidFill>
                <a:effectLst/>
                <a:latin typeface="+mn-lt"/>
                <a:ea typeface="+mn-ea"/>
                <a:cs typeface="+mn-cs"/>
              </a:rPr>
              <a:t> with 750cc per bottle. And it is ordered 311 times.</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85</a:t>
            </a:fld>
            <a:endParaRPr lang="tr-TR"/>
          </a:p>
        </p:txBody>
      </p:sp>
    </p:spTree>
    <p:extLst>
      <p:ext uri="{BB962C8B-B14F-4D97-AF65-F5344CB8AC3E}">
        <p14:creationId xmlns:p14="http://schemas.microsoft.com/office/powerpoint/2010/main" val="28869151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can do more if allowed. Our Gateway API is not just read-only; it can do anything what react UI can do. </a:t>
            </a:r>
          </a:p>
          <a:p>
            <a:endParaRPr lang="en-US" dirty="0"/>
          </a:p>
          <a:p>
            <a:r>
              <a:rPr lang="en-US" dirty="0"/>
              <a:t>Let's ask him ‘</a:t>
            </a:r>
            <a:r>
              <a:rPr lang="en-US" sz="1200" b="0" i="0" kern="1200" dirty="0">
                <a:solidFill>
                  <a:schemeClr val="tx1"/>
                </a:solidFill>
                <a:effectLst/>
                <a:latin typeface="+mn-lt"/>
                <a:ea typeface="+mn-ea"/>
                <a:cs typeface="+mn-cs"/>
              </a:rPr>
              <a:t>Please create a random category and create 2 random products in that category’</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B74911-B3E0-412C-A9AC-841104B4B930}" type="slidenum">
              <a:rPr lang="tr-TR" smtClean="0"/>
              <a:t>86</a:t>
            </a:fld>
            <a:endParaRPr lang="tr-TR"/>
          </a:p>
        </p:txBody>
      </p:sp>
    </p:spTree>
    <p:extLst>
      <p:ext uri="{BB962C8B-B14F-4D97-AF65-F5344CB8AC3E}">
        <p14:creationId xmlns:p14="http://schemas.microsoft.com/office/powerpoint/2010/main" val="267439370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It has created a category called </a:t>
            </a:r>
            <a:r>
              <a:rPr lang="tr-TR" sz="1200" b="0" i="0" kern="1200" dirty="0">
                <a:solidFill>
                  <a:schemeClr val="tx1"/>
                </a:solidFill>
                <a:effectLst/>
                <a:latin typeface="+mn-lt"/>
                <a:ea typeface="+mn-ea"/>
                <a:cs typeface="+mn-cs"/>
              </a:rPr>
              <a:t>Gourmet Snacks</a:t>
            </a:r>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87</a:t>
            </a:fld>
            <a:endParaRPr lang="tr-TR"/>
          </a:p>
        </p:txBody>
      </p:sp>
    </p:spTree>
    <p:extLst>
      <p:ext uri="{BB962C8B-B14F-4D97-AF65-F5344CB8AC3E}">
        <p14:creationId xmlns:p14="http://schemas.microsoft.com/office/powerpoint/2010/main" val="220561938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and 2 products </a:t>
            </a:r>
            <a:r>
              <a:rPr lang="tr-TR" sz="1200" b="0" i="0" kern="1200" dirty="0">
                <a:solidFill>
                  <a:schemeClr val="tx1"/>
                </a:solidFill>
                <a:effectLst/>
                <a:latin typeface="+mn-lt"/>
                <a:ea typeface="+mn-ea"/>
                <a:cs typeface="+mn-cs"/>
              </a:rPr>
              <a:t>Truffle Popcorn </a:t>
            </a:r>
            <a:r>
              <a:rPr lang="en-US" sz="1200" b="0" i="0" kern="1200" dirty="0">
                <a:solidFill>
                  <a:schemeClr val="tx1"/>
                </a:solidFill>
                <a:effectLst/>
                <a:latin typeface="+mn-lt"/>
                <a:ea typeface="+mn-ea"/>
                <a:cs typeface="+mn-cs"/>
              </a:rPr>
              <a:t>and </a:t>
            </a:r>
            <a:r>
              <a:rPr lang="tr-TR" sz="1200" b="0" i="0" kern="1200" dirty="0">
                <a:solidFill>
                  <a:schemeClr val="tx1"/>
                </a:solidFill>
                <a:effectLst/>
                <a:latin typeface="+mn-lt"/>
                <a:ea typeface="+mn-ea"/>
                <a:cs typeface="+mn-cs"/>
              </a:rPr>
              <a:t>Sriracha Almonds</a:t>
            </a:r>
            <a:r>
              <a:rPr lang="en-US" sz="1200" b="0" i="0" kern="1200" dirty="0">
                <a:solidFill>
                  <a:schemeClr val="tx1"/>
                </a:solidFill>
                <a:effectLst/>
                <a:latin typeface="+mn-lt"/>
                <a:ea typeface="+mn-ea"/>
                <a:cs typeface="+mn-cs"/>
              </a:rPr>
              <a:t> inside that category.</a:t>
            </a:r>
            <a:endParaRPr lang="en-US" dirty="0"/>
          </a:p>
          <a:p>
            <a:endParaRPr lang="en-US" dirty="0"/>
          </a:p>
        </p:txBody>
      </p:sp>
      <p:sp>
        <p:nvSpPr>
          <p:cNvPr id="4" name="Slide Number Placeholder 3"/>
          <p:cNvSpPr>
            <a:spLocks noGrp="1"/>
          </p:cNvSpPr>
          <p:nvPr>
            <p:ph type="sldNum" sz="quarter" idx="5"/>
          </p:nvPr>
        </p:nvSpPr>
        <p:spPr/>
        <p:txBody>
          <a:bodyPr/>
          <a:lstStyle/>
          <a:p>
            <a:fld id="{0AB74911-B3E0-412C-A9AC-841104B4B930}" type="slidenum">
              <a:rPr lang="tr-TR" smtClean="0"/>
              <a:t>88</a:t>
            </a:fld>
            <a:endParaRPr lang="tr-TR"/>
          </a:p>
        </p:txBody>
      </p:sp>
    </p:spTree>
    <p:extLst>
      <p:ext uri="{BB962C8B-B14F-4D97-AF65-F5344CB8AC3E}">
        <p14:creationId xmlns:p14="http://schemas.microsoft.com/office/powerpoint/2010/main" val="15867011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is it. This is the end of our journey with MCP Server and Client Implementation over Northwind React Application.</a:t>
            </a:r>
          </a:p>
          <a:p>
            <a:endParaRPr lang="en-US" dirty="0"/>
          </a:p>
          <a:p>
            <a:r>
              <a:rPr lang="en-US" dirty="0"/>
              <a:t>The source code of this project is at </a:t>
            </a:r>
            <a:r>
              <a:rPr lang="en-US" dirty="0" err="1"/>
              <a:t>github</a:t>
            </a:r>
            <a:r>
              <a:rPr lang="en-US" dirty="0"/>
              <a:t>.</a:t>
            </a:r>
          </a:p>
        </p:txBody>
      </p:sp>
      <p:sp>
        <p:nvSpPr>
          <p:cNvPr id="4" name="Slide Number Placeholder 3"/>
          <p:cNvSpPr>
            <a:spLocks noGrp="1"/>
          </p:cNvSpPr>
          <p:nvPr>
            <p:ph type="sldNum" sz="quarter" idx="5"/>
          </p:nvPr>
        </p:nvSpPr>
        <p:spPr/>
        <p:txBody>
          <a:bodyPr/>
          <a:lstStyle/>
          <a:p>
            <a:fld id="{0AB74911-B3E0-412C-A9AC-841104B4B930}" type="slidenum">
              <a:rPr lang="tr-TR" smtClean="0"/>
              <a:t>89</a:t>
            </a:fld>
            <a:endParaRPr lang="tr-TR"/>
          </a:p>
        </p:txBody>
      </p:sp>
    </p:spTree>
    <p:extLst>
      <p:ext uri="{BB962C8B-B14F-4D97-AF65-F5344CB8AC3E}">
        <p14:creationId xmlns:p14="http://schemas.microsoft.com/office/powerpoint/2010/main" val="348445541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562E7-72D4-F6F6-449C-A0B4502BD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54413-9F57-EF4E-0EAD-1507C2A7B25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D812155-2B0E-7BE9-88A0-82F8E178D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DFC28B-05E3-3020-319B-3DAC5EF643B6}"/>
              </a:ext>
            </a:extLst>
          </p:cNvPr>
          <p:cNvSpPr>
            <a:spLocks noGrp="1"/>
          </p:cNvSpPr>
          <p:nvPr>
            <p:ph type="sldNum" sz="quarter" idx="5"/>
          </p:nvPr>
        </p:nvSpPr>
        <p:spPr/>
        <p:txBody>
          <a:bodyPr/>
          <a:lstStyle/>
          <a:p>
            <a:fld id="{0AB74911-B3E0-412C-A9AC-841104B4B930}" type="slidenum">
              <a:rPr lang="tr-TR" smtClean="0"/>
              <a:t>90</a:t>
            </a:fld>
            <a:endParaRPr lang="tr-TR"/>
          </a:p>
        </p:txBody>
      </p:sp>
    </p:spTree>
    <p:extLst>
      <p:ext uri="{BB962C8B-B14F-4D97-AF65-F5344CB8AC3E}">
        <p14:creationId xmlns:p14="http://schemas.microsoft.com/office/powerpoint/2010/main" val="1844620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7" y="1447806"/>
            <a:ext cx="8825659"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7" y="4777380"/>
            <a:ext cx="8825659" cy="861420"/>
          </a:xfrm>
        </p:spPr>
        <p:txBody>
          <a:bodyPr anchor="t"/>
          <a:lstStyle>
            <a:lvl1pPr marL="0" indent="0" algn="l">
              <a:buNone/>
              <a:defRPr cap="all">
                <a:solidFill>
                  <a:schemeClr val="bg2">
                    <a:lumMod val="40000"/>
                    <a:lumOff val="60000"/>
                  </a:schemeClr>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07586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16235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60" y="2861736"/>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7" y="4777381"/>
            <a:ext cx="8825659" cy="860400"/>
          </a:xfrm>
        </p:spPr>
        <p:txBody>
          <a:bodyPr anchor="t"/>
          <a:lstStyle>
            <a:lvl1pPr marL="0" indent="0" algn="l">
              <a:buNone/>
              <a:defRPr sz="2000" cap="all">
                <a:solidFill>
                  <a:schemeClr val="bg2">
                    <a:lumMod val="40000"/>
                    <a:lumOff val="60000"/>
                  </a:schemeClr>
                </a:solidFill>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2"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3039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3" y="2060577"/>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6" y="2056093"/>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0C50CD-E178-4744-9B35-B2F624D6C5E9}"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97310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9"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3"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7" y="1905000"/>
            <a:ext cx="4396339"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7"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0C50CD-E178-4744-9B35-B2F624D6C5E9}"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93305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70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61404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7" y="3129286"/>
            <a:ext cx="3401063" cy="2895599"/>
          </a:xfrm>
        </p:spPr>
        <p:txBody>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127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9" y="1854192"/>
            <a:ext cx="5092907"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7"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8" indent="0">
              <a:buNone/>
              <a:defRPr sz="1600"/>
            </a:lvl2pPr>
            <a:lvl3pPr marL="914354" indent="0">
              <a:buNone/>
              <a:defRPr sz="1600"/>
            </a:lvl3pPr>
            <a:lvl4pPr marL="1371532" indent="0">
              <a:buNone/>
              <a:defRPr sz="1600"/>
            </a:lvl4pPr>
            <a:lvl5pPr marL="1828709" indent="0">
              <a:buNone/>
              <a:defRPr sz="1600"/>
            </a:lvl5pPr>
            <a:lvl6pPr marL="2285886" indent="0">
              <a:buNone/>
              <a:defRPr sz="1600"/>
            </a:lvl6pPr>
            <a:lvl7pPr marL="2743062" indent="0">
              <a:buNone/>
              <a:defRPr sz="1600"/>
            </a:lvl7pPr>
            <a:lvl8pPr marL="3200240" indent="0">
              <a:buNone/>
              <a:defRPr sz="1600"/>
            </a:lvl8pPr>
            <a:lvl9pPr marL="3657418"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7" y="3657600"/>
            <a:ext cx="5084979" cy="1371600"/>
          </a:xfrm>
        </p:spPr>
        <p:txBody>
          <a:bodyPr>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88621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60"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7" y="685800"/>
            <a:ext cx="8825659"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8" indent="0">
              <a:buNone/>
              <a:defRPr sz="1600"/>
            </a:lvl2pPr>
            <a:lvl3pPr marL="914354" indent="0">
              <a:buNone/>
              <a:defRPr sz="1600"/>
            </a:lvl3pPr>
            <a:lvl4pPr marL="1371532" indent="0">
              <a:buNone/>
              <a:defRPr sz="1600"/>
            </a:lvl4pPr>
            <a:lvl5pPr marL="1828709" indent="0">
              <a:buNone/>
              <a:defRPr sz="1600"/>
            </a:lvl5pPr>
            <a:lvl6pPr marL="2285886" indent="0">
              <a:buNone/>
              <a:defRPr sz="1600"/>
            </a:lvl6pPr>
            <a:lvl7pPr marL="2743062" indent="0">
              <a:buNone/>
              <a:defRPr sz="1600"/>
            </a:lvl7pPr>
            <a:lvl8pPr marL="3200240" indent="0">
              <a:buNone/>
              <a:defRPr sz="1600"/>
            </a:lvl8pPr>
            <a:lvl9pPr marL="3657418"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591878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7"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7" y="3657600"/>
            <a:ext cx="8825659" cy="2362200"/>
          </a:xfrm>
        </p:spPr>
        <p:txBody>
          <a:bodyPr anchor="ctr">
            <a:normAutofit/>
          </a:bodyPr>
          <a:lstStyle>
            <a:lvl1pPr marL="0" indent="0">
              <a:buNone/>
              <a:defRPr sz="18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958772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4"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7" y="4350657"/>
            <a:ext cx="8825659" cy="1676400"/>
          </a:xfrm>
        </p:spPr>
        <p:txBody>
          <a:bodyPr anchor="ctr">
            <a:normAutofit/>
          </a:bodyPr>
          <a:lstStyle>
            <a:lvl1pPr marL="0" indent="0">
              <a:buNone/>
              <a:defRPr sz="18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
        <p:nvSpPr>
          <p:cNvPr id="12" name="TextBox 11"/>
          <p:cNvSpPr txBox="1"/>
          <p:nvPr/>
        </p:nvSpPr>
        <p:spPr>
          <a:xfrm>
            <a:off x="898295" y="971255"/>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9330491" y="2613789"/>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154628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5"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7" y="4777381"/>
            <a:ext cx="8825659" cy="860400"/>
          </a:xfrm>
        </p:spPr>
        <p:txBody>
          <a:bodyPr anchor="t"/>
          <a:lstStyle>
            <a:lvl1pPr marL="0" indent="0" algn="l">
              <a:buNone/>
              <a:defRPr sz="2000" cap="none">
                <a:solidFill>
                  <a:schemeClr val="bg2">
                    <a:lumMod val="40000"/>
                    <a:lumOff val="60000"/>
                  </a:schemeClr>
                </a:solidFill>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2"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691608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9" y="1981200"/>
            <a:ext cx="2946867"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6" y="2667000"/>
            <a:ext cx="2927351" cy="3589338"/>
          </a:xfrm>
        </p:spPr>
        <p:txBody>
          <a:bodyPr anchor="t">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64" y="1981200"/>
            <a:ext cx="2936241"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5" y="2667000"/>
            <a:ext cx="2946795" cy="3589338"/>
          </a:xfrm>
        </p:spPr>
        <p:txBody>
          <a:bodyPr anchor="t">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4" y="1981200"/>
            <a:ext cx="2932113"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4" y="2667000"/>
            <a:ext cx="2932113" cy="3589338"/>
          </a:xfrm>
        </p:spPr>
        <p:txBody>
          <a:bodyPr anchor="t">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cxnSp>
        <p:nvCxnSpPr>
          <p:cNvPr id="17" name="Straight Connector 16"/>
          <p:cNvCxnSpPr/>
          <p:nvPr/>
        </p:nvCxnSpPr>
        <p:spPr>
          <a:xfrm>
            <a:off x="3726143"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80C50CD-E178-4744-9B35-B2F624D6C5E9}" type="datetimeFigureOut">
              <a:rPr lang="en-US" smtClean="0"/>
              <a:pPr/>
              <a:t>7/7/2025</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684135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5" y="4250949"/>
            <a:ext cx="2940051"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5" y="2209800"/>
            <a:ext cx="2940051"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8" indent="0">
              <a:buNone/>
              <a:defRPr sz="1600"/>
            </a:lvl2pPr>
            <a:lvl3pPr marL="914354" indent="0">
              <a:buNone/>
              <a:defRPr sz="1600"/>
            </a:lvl3pPr>
            <a:lvl4pPr marL="1371532" indent="0">
              <a:buNone/>
              <a:defRPr sz="1600"/>
            </a:lvl4pPr>
            <a:lvl5pPr marL="1828709" indent="0">
              <a:buNone/>
              <a:defRPr sz="1600"/>
            </a:lvl5pPr>
            <a:lvl6pPr marL="2285886" indent="0">
              <a:buNone/>
              <a:defRPr sz="1600"/>
            </a:lvl6pPr>
            <a:lvl7pPr marL="2743062" indent="0">
              <a:buNone/>
              <a:defRPr sz="1600"/>
            </a:lvl7pPr>
            <a:lvl8pPr marL="3200240" indent="0">
              <a:buNone/>
              <a:defRPr sz="1600"/>
            </a:lvl8pPr>
            <a:lvl9pPr marL="3657418"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5" y="4827217"/>
            <a:ext cx="2940051" cy="659189"/>
          </a:xfrm>
        </p:spPr>
        <p:txBody>
          <a:bodyPr anchor="t">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6" y="4250949"/>
            <a:ext cx="2930525"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6"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8" indent="0">
              <a:buNone/>
              <a:defRPr sz="1600"/>
            </a:lvl2pPr>
            <a:lvl3pPr marL="914354" indent="0">
              <a:buNone/>
              <a:defRPr sz="1600"/>
            </a:lvl3pPr>
            <a:lvl4pPr marL="1371532" indent="0">
              <a:buNone/>
              <a:defRPr sz="1600"/>
            </a:lvl4pPr>
            <a:lvl5pPr marL="1828709" indent="0">
              <a:buNone/>
              <a:defRPr sz="1600"/>
            </a:lvl5pPr>
            <a:lvl6pPr marL="2285886" indent="0">
              <a:buNone/>
              <a:defRPr sz="1600"/>
            </a:lvl6pPr>
            <a:lvl7pPr marL="2743062" indent="0">
              <a:buNone/>
              <a:defRPr sz="1600"/>
            </a:lvl7pPr>
            <a:lvl8pPr marL="3200240" indent="0">
              <a:buNone/>
              <a:defRPr sz="1600"/>
            </a:lvl8pPr>
            <a:lvl9pPr marL="3657418"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5" y="4827216"/>
            <a:ext cx="2934407" cy="659189"/>
          </a:xfrm>
        </p:spPr>
        <p:txBody>
          <a:bodyPr anchor="t">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4" y="4250949"/>
            <a:ext cx="2932113" cy="576262"/>
          </a:xfrm>
        </p:spPr>
        <p:txBody>
          <a:bodyPr anchor="b">
            <a:noAutofit/>
          </a:bodyPr>
          <a:lstStyle>
            <a:lvl1pPr marL="0" indent="0">
              <a:buNone/>
              <a:defRPr sz="2400" b="0">
                <a:solidFill>
                  <a:schemeClr val="bg2">
                    <a:lumMod val="40000"/>
                    <a:lumOff val="60000"/>
                  </a:schemeClr>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704"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8" indent="0">
              <a:buNone/>
              <a:defRPr sz="1600"/>
            </a:lvl2pPr>
            <a:lvl3pPr marL="914354" indent="0">
              <a:buNone/>
              <a:defRPr sz="1600"/>
            </a:lvl3pPr>
            <a:lvl4pPr marL="1371532" indent="0">
              <a:buNone/>
              <a:defRPr sz="1600"/>
            </a:lvl4pPr>
            <a:lvl5pPr marL="1828709" indent="0">
              <a:buNone/>
              <a:defRPr sz="1600"/>
            </a:lvl5pPr>
            <a:lvl6pPr marL="2285886" indent="0">
              <a:buNone/>
              <a:defRPr sz="1600"/>
            </a:lvl6pPr>
            <a:lvl7pPr marL="2743062" indent="0">
              <a:buNone/>
              <a:defRPr sz="1600"/>
            </a:lvl7pPr>
            <a:lvl8pPr marL="3200240" indent="0">
              <a:buNone/>
              <a:defRPr sz="1600"/>
            </a:lvl8pPr>
            <a:lvl9pPr marL="3657418"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6" y="4827214"/>
            <a:ext cx="2935997" cy="659189"/>
          </a:xfrm>
        </p:spPr>
        <p:txBody>
          <a:bodyPr anchor="t">
            <a:normAutofit/>
          </a:bodyPr>
          <a:lstStyle>
            <a:lvl1pPr marL="0" indent="0">
              <a:buNone/>
              <a:defRPr sz="14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cxnSp>
        <p:nvCxnSpPr>
          <p:cNvPr id="19" name="Straight Connector 18"/>
          <p:cNvCxnSpPr/>
          <p:nvPr/>
        </p:nvCxnSpPr>
        <p:spPr>
          <a:xfrm>
            <a:off x="3726143"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80C50CD-E178-4744-9B35-B2F624D6C5E9}" type="datetimeFigureOut">
              <a:rPr lang="en-US" smtClean="0"/>
              <a:pPr/>
              <a:t>7/7/2025</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749378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70046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6" y="430219"/>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4"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0226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3" y="2669691"/>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3" y="2892353"/>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3" y="6"/>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81" y="6096000"/>
            <a:ext cx="993735"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3"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24"/>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43"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80C50CD-E178-4744-9B35-B2F624D6C5E9}" type="datetimeFigureOut">
              <a:rPr lang="en-US" smtClean="0"/>
              <a:pPr/>
              <a:t>7/7/2025</a:t>
            </a:fld>
            <a:endParaRPr lang="en-US"/>
          </a:p>
        </p:txBody>
      </p:sp>
      <p:sp>
        <p:nvSpPr>
          <p:cNvPr id="5" name="Footer Placeholder 4"/>
          <p:cNvSpPr>
            <a:spLocks noGrp="1"/>
          </p:cNvSpPr>
          <p:nvPr>
            <p:ph type="ftr" sz="quarter" idx="3"/>
          </p:nvPr>
        </p:nvSpPr>
        <p:spPr>
          <a:xfrm rot="5400000">
            <a:off x="8951577" y="3225303"/>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5" y="295735"/>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3103510780"/>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Lst>
  <p:txStyles>
    <p:titleStyle>
      <a:lvl1pPr algn="l" defTabSz="457178"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82" indent="-342882" algn="l" defTabSz="457178"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13" indent="-285737" algn="l" defTabSz="457178"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2942"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120"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298"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875"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652"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8829"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006" indent="-228589" algn="l" defTabSz="457178"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178" rtl="0" eaLnBrk="1" latinLnBrk="0" hangingPunct="1">
        <a:defRPr sz="1800" kern="1200">
          <a:solidFill>
            <a:schemeClr val="tx1"/>
          </a:solidFill>
          <a:latin typeface="+mn-lt"/>
          <a:ea typeface="+mn-ea"/>
          <a:cs typeface="+mn-cs"/>
        </a:defRPr>
      </a:lvl1pPr>
      <a:lvl2pPr marL="457178" algn="l" defTabSz="457178" rtl="0" eaLnBrk="1" latinLnBrk="0" hangingPunct="1">
        <a:defRPr sz="1800" kern="1200">
          <a:solidFill>
            <a:schemeClr val="tx1"/>
          </a:solidFill>
          <a:latin typeface="+mn-lt"/>
          <a:ea typeface="+mn-ea"/>
          <a:cs typeface="+mn-cs"/>
        </a:defRPr>
      </a:lvl2pPr>
      <a:lvl3pPr marL="914354" algn="l" defTabSz="457178" rtl="0" eaLnBrk="1" latinLnBrk="0" hangingPunct="1">
        <a:defRPr sz="1800" kern="1200">
          <a:solidFill>
            <a:schemeClr val="tx1"/>
          </a:solidFill>
          <a:latin typeface="+mn-lt"/>
          <a:ea typeface="+mn-ea"/>
          <a:cs typeface="+mn-cs"/>
        </a:defRPr>
      </a:lvl3pPr>
      <a:lvl4pPr marL="1371532" algn="l" defTabSz="457178" rtl="0" eaLnBrk="1" latinLnBrk="0" hangingPunct="1">
        <a:defRPr sz="1800" kern="1200">
          <a:solidFill>
            <a:schemeClr val="tx1"/>
          </a:solidFill>
          <a:latin typeface="+mn-lt"/>
          <a:ea typeface="+mn-ea"/>
          <a:cs typeface="+mn-cs"/>
        </a:defRPr>
      </a:lvl4pPr>
      <a:lvl5pPr marL="1828709" algn="l" defTabSz="457178" rtl="0" eaLnBrk="1" latinLnBrk="0" hangingPunct="1">
        <a:defRPr sz="1800" kern="1200">
          <a:solidFill>
            <a:schemeClr val="tx1"/>
          </a:solidFill>
          <a:latin typeface="+mn-lt"/>
          <a:ea typeface="+mn-ea"/>
          <a:cs typeface="+mn-cs"/>
        </a:defRPr>
      </a:lvl5pPr>
      <a:lvl6pPr marL="2285886" algn="l" defTabSz="457178" rtl="0" eaLnBrk="1" latinLnBrk="0" hangingPunct="1">
        <a:defRPr sz="1800" kern="1200">
          <a:solidFill>
            <a:schemeClr val="tx1"/>
          </a:solidFill>
          <a:latin typeface="+mn-lt"/>
          <a:ea typeface="+mn-ea"/>
          <a:cs typeface="+mn-cs"/>
        </a:defRPr>
      </a:lvl6pPr>
      <a:lvl7pPr marL="2743062" algn="l" defTabSz="457178" rtl="0" eaLnBrk="1" latinLnBrk="0" hangingPunct="1">
        <a:defRPr sz="1800" kern="1200">
          <a:solidFill>
            <a:schemeClr val="tx1"/>
          </a:solidFill>
          <a:latin typeface="+mn-lt"/>
          <a:ea typeface="+mn-ea"/>
          <a:cs typeface="+mn-cs"/>
        </a:defRPr>
      </a:lvl7pPr>
      <a:lvl8pPr marL="3200240" algn="l" defTabSz="457178" rtl="0" eaLnBrk="1" latinLnBrk="0" hangingPunct="1">
        <a:defRPr sz="1800" kern="1200">
          <a:solidFill>
            <a:schemeClr val="tx1"/>
          </a:solidFill>
          <a:latin typeface="+mn-lt"/>
          <a:ea typeface="+mn-ea"/>
          <a:cs typeface="+mn-cs"/>
        </a:defRPr>
      </a:lvl8pPr>
      <a:lvl9pPr marL="3657418" algn="l" defTabSz="4571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74.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6.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6.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99.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github.com/ogu83/Northwind" TargetMode="Externa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686199-C37A-917D-5F75-F5484E65D7DD}"/>
              </a:ext>
            </a:extLst>
          </p:cNvPr>
          <p:cNvPicPr>
            <a:picLocks noChangeAspect="1"/>
          </p:cNvPicPr>
          <p:nvPr/>
        </p:nvPicPr>
        <p:blipFill>
          <a:blip r:embed="rId3">
            <a:alphaModFix amt="40000"/>
          </a:blip>
          <a:srcRect l="5589" r="5522"/>
          <a:stretch/>
        </p:blipFill>
        <p:spPr>
          <a:xfrm>
            <a:off x="-2" y="-2"/>
            <a:ext cx="12192001" cy="6858001"/>
          </a:xfrm>
          <a:prstGeom prst="rect">
            <a:avLst/>
          </a:prstGeom>
        </p:spPr>
      </p:pic>
      <p:sp>
        <p:nvSpPr>
          <p:cNvPr id="2" name="Title 1">
            <a:extLst>
              <a:ext uri="{FF2B5EF4-FFF2-40B4-BE49-F238E27FC236}">
                <a16:creationId xmlns:a16="http://schemas.microsoft.com/office/drawing/2014/main" id="{AF5D4617-390C-12CC-1EC4-D0C4F62F5C58}"/>
              </a:ext>
            </a:extLst>
          </p:cNvPr>
          <p:cNvSpPr>
            <a:spLocks noGrp="1"/>
          </p:cNvSpPr>
          <p:nvPr>
            <p:ph type="ctrTitle"/>
          </p:nvPr>
        </p:nvSpPr>
        <p:spPr>
          <a:xfrm>
            <a:off x="517871" y="978409"/>
            <a:ext cx="5021183" cy="3290107"/>
          </a:xfrm>
        </p:spPr>
        <p:txBody>
          <a:bodyPr anchor="t">
            <a:normAutofit/>
          </a:bodyPr>
          <a:lstStyle/>
          <a:p>
            <a:r>
              <a:rPr lang="tr-TR" sz="6000">
                <a:solidFill>
                  <a:srgbClr val="FFFFFF"/>
                </a:solidFill>
              </a:rPr>
              <a:t>.NET 9.0 Migration</a:t>
            </a:r>
            <a:endParaRPr lang="tr-TR" sz="6000" dirty="0">
              <a:solidFill>
                <a:srgbClr val="FFFFFF"/>
              </a:solidFill>
            </a:endParaRPr>
          </a:p>
        </p:txBody>
      </p:sp>
      <p:sp>
        <p:nvSpPr>
          <p:cNvPr id="3" name="Subtitle 2">
            <a:extLst>
              <a:ext uri="{FF2B5EF4-FFF2-40B4-BE49-F238E27FC236}">
                <a16:creationId xmlns:a16="http://schemas.microsoft.com/office/drawing/2014/main" id="{9498A66F-9882-0E81-CD95-2979E32281A2}"/>
              </a:ext>
            </a:extLst>
          </p:cNvPr>
          <p:cNvSpPr>
            <a:spLocks noGrp="1"/>
          </p:cNvSpPr>
          <p:nvPr>
            <p:ph type="subTitle" idx="1"/>
          </p:nvPr>
        </p:nvSpPr>
        <p:spPr>
          <a:xfrm>
            <a:off x="517873" y="4482452"/>
            <a:ext cx="5040785" cy="1724029"/>
          </a:xfrm>
        </p:spPr>
        <p:txBody>
          <a:bodyPr anchor="t">
            <a:normAutofit/>
          </a:bodyPr>
          <a:lstStyle/>
          <a:p>
            <a:r>
              <a:rPr lang="en-US" sz="2400">
                <a:solidFill>
                  <a:srgbClr val="FFFFFF"/>
                </a:solidFill>
              </a:rPr>
              <a:t>Future-Proof Your Legacy Application with a Seamless .NET 9.0 Migration</a:t>
            </a:r>
            <a:endParaRPr lang="tr-TR" sz="2400" dirty="0">
              <a:solidFill>
                <a:srgbClr val="FFFFFF"/>
              </a:solidFill>
            </a:endParaRPr>
          </a:p>
        </p:txBody>
      </p:sp>
    </p:spTree>
    <p:extLst>
      <p:ext uri="{BB962C8B-B14F-4D97-AF65-F5344CB8AC3E}">
        <p14:creationId xmlns:p14="http://schemas.microsoft.com/office/powerpoint/2010/main" val="150962293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E1EE4-E4A0-7436-FCAB-A98A9872C147}"/>
              </a:ext>
            </a:extLst>
          </p:cNvPr>
          <p:cNvSpPr>
            <a:spLocks noGrp="1"/>
          </p:cNvSpPr>
          <p:nvPr>
            <p:ph type="title"/>
          </p:nvPr>
        </p:nvSpPr>
        <p:spPr/>
        <p:txBody>
          <a:bodyPr>
            <a:normAutofit/>
          </a:bodyPr>
          <a:lstStyle/>
          <a:p>
            <a:r>
              <a:rPr lang="tr-TR" dirty="0"/>
              <a:t>We seek answers</a:t>
            </a:r>
          </a:p>
        </p:txBody>
      </p:sp>
      <p:graphicFrame>
        <p:nvGraphicFramePr>
          <p:cNvPr id="5" name="Content Placeholder 2">
            <a:extLst>
              <a:ext uri="{FF2B5EF4-FFF2-40B4-BE49-F238E27FC236}">
                <a16:creationId xmlns:a16="http://schemas.microsoft.com/office/drawing/2014/main" id="{1BF07D39-1777-E702-F1B3-4F31E757B624}"/>
              </a:ext>
            </a:extLst>
          </p:cNvPr>
          <p:cNvGraphicFramePr>
            <a:graphicFrameLocks noGrp="1"/>
          </p:cNvGraphicFramePr>
          <p:nvPr>
            <p:ph idx="1"/>
            <p:extLst>
              <p:ext uri="{D42A27DB-BD31-4B8C-83A1-F6EECF244321}">
                <p14:modId xmlns:p14="http://schemas.microsoft.com/office/powerpoint/2010/main" val="183006941"/>
              </p:ext>
            </p:extLst>
          </p:nvPr>
        </p:nvGraphicFramePr>
        <p:xfrm>
          <a:off x="1103315" y="2052637"/>
          <a:ext cx="8947151" cy="4195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653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1A707B5D-D158-4219-862D-716C76DC037C}"/>
                                            </p:graphicEl>
                                          </p:spTgt>
                                        </p:tgtEl>
                                        <p:attrNameLst>
                                          <p:attrName>style.visibility</p:attrName>
                                        </p:attrNameLst>
                                      </p:cBhvr>
                                      <p:to>
                                        <p:strVal val="visible"/>
                                      </p:to>
                                    </p:set>
                                    <p:animEffect transition="in" filter="fade">
                                      <p:cBhvr>
                                        <p:cTn id="7" dur="500"/>
                                        <p:tgtEl>
                                          <p:spTgt spid="5">
                                            <p:graphicEl>
                                              <a:dgm id="{1A707B5D-D158-4219-862D-716C76DC037C}"/>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graphicEl>
                                              <a:dgm id="{45FE8AA5-57C0-4DBA-A6DC-DA6C2EE96E49}"/>
                                            </p:graphicEl>
                                          </p:spTgt>
                                        </p:tgtEl>
                                        <p:attrNameLst>
                                          <p:attrName>style.visibility</p:attrName>
                                        </p:attrNameLst>
                                      </p:cBhvr>
                                      <p:to>
                                        <p:strVal val="visible"/>
                                      </p:to>
                                    </p:set>
                                    <p:animEffect transition="in" filter="fade">
                                      <p:cBhvr>
                                        <p:cTn id="12" dur="500"/>
                                        <p:tgtEl>
                                          <p:spTgt spid="5">
                                            <p:graphicEl>
                                              <a:dgm id="{45FE8AA5-57C0-4DBA-A6DC-DA6C2EE96E49}"/>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graphicEl>
                                              <a:dgm id="{171282D9-7390-4537-9AD6-39FB70E884F2}"/>
                                            </p:graphicEl>
                                          </p:spTgt>
                                        </p:tgtEl>
                                        <p:attrNameLst>
                                          <p:attrName>style.visibility</p:attrName>
                                        </p:attrNameLst>
                                      </p:cBhvr>
                                      <p:to>
                                        <p:strVal val="visible"/>
                                      </p:to>
                                    </p:set>
                                    <p:animEffect transition="in" filter="fade">
                                      <p:cBhvr>
                                        <p:cTn id="17" dur="500"/>
                                        <p:tgtEl>
                                          <p:spTgt spid="5">
                                            <p:graphicEl>
                                              <a:dgm id="{171282D9-7390-4537-9AD6-39FB70E884F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graphicEl>
                                              <a:dgm id="{C7674B44-96F1-4CA7-BE10-C83217ED3071}"/>
                                            </p:graphicEl>
                                          </p:spTgt>
                                        </p:tgtEl>
                                        <p:attrNameLst>
                                          <p:attrName>style.visibility</p:attrName>
                                        </p:attrNameLst>
                                      </p:cBhvr>
                                      <p:to>
                                        <p:strVal val="visible"/>
                                      </p:to>
                                    </p:set>
                                    <p:animEffect transition="in" filter="fade">
                                      <p:cBhvr>
                                        <p:cTn id="22" dur="500"/>
                                        <p:tgtEl>
                                          <p:spTgt spid="5">
                                            <p:graphicEl>
                                              <a:dgm id="{C7674B44-96F1-4CA7-BE10-C83217ED3071}"/>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graphicEl>
                                              <a:dgm id="{A0A550DA-BAF5-47C1-9005-FB7DDBB7FFE2}"/>
                                            </p:graphicEl>
                                          </p:spTgt>
                                        </p:tgtEl>
                                        <p:attrNameLst>
                                          <p:attrName>style.visibility</p:attrName>
                                        </p:attrNameLst>
                                      </p:cBhvr>
                                      <p:to>
                                        <p:strVal val="visible"/>
                                      </p:to>
                                    </p:set>
                                    <p:animEffect transition="in" filter="fade">
                                      <p:cBhvr>
                                        <p:cTn id="27" dur="500"/>
                                        <p:tgtEl>
                                          <p:spTgt spid="5">
                                            <p:graphicEl>
                                              <a:dgm id="{A0A550DA-BAF5-47C1-9005-FB7DDBB7FFE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graphicEl>
                                              <a:dgm id="{FF1FEA73-2F12-44AE-922C-0716B8E44C66}"/>
                                            </p:graphicEl>
                                          </p:spTgt>
                                        </p:tgtEl>
                                        <p:attrNameLst>
                                          <p:attrName>style.visibility</p:attrName>
                                        </p:attrNameLst>
                                      </p:cBhvr>
                                      <p:to>
                                        <p:strVal val="visible"/>
                                      </p:to>
                                    </p:set>
                                    <p:animEffect transition="in" filter="fade">
                                      <p:cBhvr>
                                        <p:cTn id="32" dur="500"/>
                                        <p:tgtEl>
                                          <p:spTgt spid="5">
                                            <p:graphicEl>
                                              <a:dgm id="{FF1FEA73-2F12-44AE-922C-0716B8E44C66}"/>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graphicEl>
                                              <a:dgm id="{8D9FF163-8112-4A23-9F93-2976A6F55F07}"/>
                                            </p:graphicEl>
                                          </p:spTgt>
                                        </p:tgtEl>
                                        <p:attrNameLst>
                                          <p:attrName>style.visibility</p:attrName>
                                        </p:attrNameLst>
                                      </p:cBhvr>
                                      <p:to>
                                        <p:strVal val="visible"/>
                                      </p:to>
                                    </p:set>
                                    <p:animEffect transition="in" filter="fade">
                                      <p:cBhvr>
                                        <p:cTn id="37" dur="500"/>
                                        <p:tgtEl>
                                          <p:spTgt spid="5">
                                            <p:graphicEl>
                                              <a:dgm id="{8D9FF163-8112-4A23-9F93-2976A6F55F07}"/>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graphicEl>
                                              <a:dgm id="{135581CB-04E8-44DB-9BD4-63AB8619156B}"/>
                                            </p:graphicEl>
                                          </p:spTgt>
                                        </p:tgtEl>
                                        <p:attrNameLst>
                                          <p:attrName>style.visibility</p:attrName>
                                        </p:attrNameLst>
                                      </p:cBhvr>
                                      <p:to>
                                        <p:strVal val="visible"/>
                                      </p:to>
                                    </p:set>
                                    <p:animEffect transition="in" filter="fade">
                                      <p:cBhvr>
                                        <p:cTn id="42" dur="500"/>
                                        <p:tgtEl>
                                          <p:spTgt spid="5">
                                            <p:graphicEl>
                                              <a:dgm id="{135581CB-04E8-44DB-9BD4-63AB8619156B}"/>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graphicEl>
                                              <a:dgm id="{3D30118C-BF19-464D-843A-7805287F4CCC}"/>
                                            </p:graphicEl>
                                          </p:spTgt>
                                        </p:tgtEl>
                                        <p:attrNameLst>
                                          <p:attrName>style.visibility</p:attrName>
                                        </p:attrNameLst>
                                      </p:cBhvr>
                                      <p:to>
                                        <p:strVal val="visible"/>
                                      </p:to>
                                    </p:set>
                                    <p:animEffect transition="in" filter="fade">
                                      <p:cBhvr>
                                        <p:cTn id="47" dur="500"/>
                                        <p:tgtEl>
                                          <p:spTgt spid="5">
                                            <p:graphicEl>
                                              <a:dgm id="{3D30118C-BF19-464D-843A-7805287F4CC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B1FE-3C87-ABAD-F09E-59BCDA3D5948}"/>
              </a:ext>
            </a:extLst>
          </p:cNvPr>
          <p:cNvSpPr>
            <a:spLocks noGrp="1"/>
          </p:cNvSpPr>
          <p:nvPr>
            <p:ph type="title"/>
          </p:nvPr>
        </p:nvSpPr>
        <p:spPr>
          <a:xfrm>
            <a:off x="521208" y="978408"/>
            <a:ext cx="3154680" cy="4069080"/>
          </a:xfrm>
        </p:spPr>
        <p:txBody>
          <a:bodyPr>
            <a:normAutofit/>
          </a:bodyPr>
          <a:lstStyle/>
          <a:p>
            <a:r>
              <a:rPr lang="tr-TR" sz="4000"/>
              <a:t>Why?</a:t>
            </a:r>
          </a:p>
        </p:txBody>
      </p:sp>
      <p:graphicFrame>
        <p:nvGraphicFramePr>
          <p:cNvPr id="7" name="Content Placeholder 4">
            <a:extLst>
              <a:ext uri="{FF2B5EF4-FFF2-40B4-BE49-F238E27FC236}">
                <a16:creationId xmlns:a16="http://schemas.microsoft.com/office/drawing/2014/main" id="{3BE321F8-C168-F589-B1ED-8C98301A98A7}"/>
              </a:ext>
            </a:extLst>
          </p:cNvPr>
          <p:cNvGraphicFramePr>
            <a:graphicFrameLocks noGrp="1"/>
          </p:cNvGraphicFramePr>
          <p:nvPr>
            <p:ph idx="1"/>
            <p:extLst>
              <p:ext uri="{D42A27DB-BD31-4B8C-83A1-F6EECF244321}">
                <p14:modId xmlns:p14="http://schemas.microsoft.com/office/powerpoint/2010/main" val="1030148307"/>
              </p:ext>
            </p:extLst>
          </p:nvPr>
        </p:nvGraphicFramePr>
        <p:xfrm>
          <a:off x="4187952" y="978408"/>
          <a:ext cx="7488936" cy="5239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714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graphicEl>
                                              <a:dgm id="{22420EE2-7DC9-4445-A427-CEF0C17079FD}"/>
                                            </p:graphicEl>
                                          </p:spTgt>
                                        </p:tgtEl>
                                        <p:attrNameLst>
                                          <p:attrName>style.visibility</p:attrName>
                                        </p:attrNameLst>
                                      </p:cBhvr>
                                      <p:to>
                                        <p:strVal val="visible"/>
                                      </p:to>
                                    </p:set>
                                    <p:animEffect transition="in" filter="fade">
                                      <p:cBhvr>
                                        <p:cTn id="7" dur="500"/>
                                        <p:tgtEl>
                                          <p:spTgt spid="7">
                                            <p:graphicEl>
                                              <a:dgm id="{22420EE2-7DC9-4445-A427-CEF0C17079FD}"/>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graphicEl>
                                              <a:dgm id="{6E8458F6-1586-4EDC-9A5C-ABE3F5FCF2E0}"/>
                                            </p:graphicEl>
                                          </p:spTgt>
                                        </p:tgtEl>
                                        <p:attrNameLst>
                                          <p:attrName>style.visibility</p:attrName>
                                        </p:attrNameLst>
                                      </p:cBhvr>
                                      <p:to>
                                        <p:strVal val="visible"/>
                                      </p:to>
                                    </p:set>
                                    <p:animEffect transition="in" filter="fade">
                                      <p:cBhvr>
                                        <p:cTn id="10" dur="500"/>
                                        <p:tgtEl>
                                          <p:spTgt spid="7">
                                            <p:graphicEl>
                                              <a:dgm id="{6E8458F6-1586-4EDC-9A5C-ABE3F5FCF2E0}"/>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graphicEl>
                                              <a:dgm id="{1B96929A-D47E-4D5A-BCA8-ADFF6185CFC9}"/>
                                            </p:graphicEl>
                                          </p:spTgt>
                                        </p:tgtEl>
                                        <p:attrNameLst>
                                          <p:attrName>style.visibility</p:attrName>
                                        </p:attrNameLst>
                                      </p:cBhvr>
                                      <p:to>
                                        <p:strVal val="visible"/>
                                      </p:to>
                                    </p:set>
                                    <p:animEffect transition="in" filter="fade">
                                      <p:cBhvr>
                                        <p:cTn id="15" dur="500"/>
                                        <p:tgtEl>
                                          <p:spTgt spid="7">
                                            <p:graphicEl>
                                              <a:dgm id="{1B96929A-D47E-4D5A-BCA8-ADFF6185CFC9}"/>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graphicEl>
                                              <a:dgm id="{5308BD9E-F934-4342-99ED-097BAA7A4D29}"/>
                                            </p:graphicEl>
                                          </p:spTgt>
                                        </p:tgtEl>
                                        <p:attrNameLst>
                                          <p:attrName>style.visibility</p:attrName>
                                        </p:attrNameLst>
                                      </p:cBhvr>
                                      <p:to>
                                        <p:strVal val="visible"/>
                                      </p:to>
                                    </p:set>
                                    <p:animEffect transition="in" filter="fade">
                                      <p:cBhvr>
                                        <p:cTn id="18" dur="500"/>
                                        <p:tgtEl>
                                          <p:spTgt spid="7">
                                            <p:graphicEl>
                                              <a:dgm id="{5308BD9E-F934-4342-99ED-097BAA7A4D29}"/>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graphicEl>
                                              <a:dgm id="{1DA3547F-B9C9-40DB-A9D5-C30D7AD7E0EC}"/>
                                            </p:graphicEl>
                                          </p:spTgt>
                                        </p:tgtEl>
                                        <p:attrNameLst>
                                          <p:attrName>style.visibility</p:attrName>
                                        </p:attrNameLst>
                                      </p:cBhvr>
                                      <p:to>
                                        <p:strVal val="visible"/>
                                      </p:to>
                                    </p:set>
                                    <p:animEffect transition="in" filter="fade">
                                      <p:cBhvr>
                                        <p:cTn id="23" dur="500"/>
                                        <p:tgtEl>
                                          <p:spTgt spid="7">
                                            <p:graphicEl>
                                              <a:dgm id="{1DA3547F-B9C9-40DB-A9D5-C30D7AD7E0EC}"/>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graphicEl>
                                              <a:dgm id="{ED356EBF-68CF-44A9-B6CB-87D3ED8ECE09}"/>
                                            </p:graphicEl>
                                          </p:spTgt>
                                        </p:tgtEl>
                                        <p:attrNameLst>
                                          <p:attrName>style.visibility</p:attrName>
                                        </p:attrNameLst>
                                      </p:cBhvr>
                                      <p:to>
                                        <p:strVal val="visible"/>
                                      </p:to>
                                    </p:set>
                                    <p:animEffect transition="in" filter="fade">
                                      <p:cBhvr>
                                        <p:cTn id="26" dur="500"/>
                                        <p:tgtEl>
                                          <p:spTgt spid="7">
                                            <p:graphicEl>
                                              <a:dgm id="{ED356EBF-68CF-44A9-B6CB-87D3ED8ECE0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679BB-EF8E-D912-4C9B-46FC7F2BCBA9}"/>
              </a:ext>
            </a:extLst>
          </p:cNvPr>
          <p:cNvSpPr>
            <a:spLocks noGrp="1"/>
          </p:cNvSpPr>
          <p:nvPr>
            <p:ph type="title"/>
          </p:nvPr>
        </p:nvSpPr>
        <p:spPr/>
        <p:txBody>
          <a:bodyPr>
            <a:normAutofit/>
          </a:bodyPr>
          <a:lstStyle/>
          <a:p>
            <a:r>
              <a:rPr lang="en-US" noProof="0" dirty="0"/>
              <a:t>Let's assess the situation</a:t>
            </a:r>
          </a:p>
        </p:txBody>
      </p:sp>
      <p:sp>
        <p:nvSpPr>
          <p:cNvPr id="18" name="Content Placeholder 2">
            <a:extLst>
              <a:ext uri="{FF2B5EF4-FFF2-40B4-BE49-F238E27FC236}">
                <a16:creationId xmlns:a16="http://schemas.microsoft.com/office/drawing/2014/main" id="{210619FD-B184-FFA5-3BE2-6C507998A01B}"/>
              </a:ext>
            </a:extLst>
          </p:cNvPr>
          <p:cNvSpPr>
            <a:spLocks noGrp="1"/>
          </p:cNvSpPr>
          <p:nvPr>
            <p:ph sz="half" idx="1"/>
          </p:nvPr>
        </p:nvSpPr>
        <p:spPr/>
        <p:txBody>
          <a:bodyPr>
            <a:normAutofit fontScale="85000" lnSpcReduction="20000"/>
          </a:bodyPr>
          <a:lstStyle/>
          <a:p>
            <a:pPr marL="0" indent="0">
              <a:buNone/>
            </a:pPr>
            <a:r>
              <a:rPr lang="en-US" noProof="0" dirty="0"/>
              <a:t>Best Case: </a:t>
            </a:r>
          </a:p>
          <a:p>
            <a:pPr marL="0" indent="0">
              <a:buNone/>
            </a:pPr>
            <a:r>
              <a:rPr lang="en-US" noProof="0" dirty="0"/>
              <a:t>We have for example a .NET 8.0, 7.0 or 6.0 application written in C# and we have some performance, scalability or security issues.</a:t>
            </a:r>
          </a:p>
          <a:p>
            <a:pPr marL="0" indent="0">
              <a:buNone/>
            </a:pPr>
            <a:r>
              <a:rPr lang="en-US" noProof="0" dirty="0"/>
              <a:t>Solution could be just a config change: </a:t>
            </a:r>
            <a:r>
              <a:rPr lang="en-US" sz="1400" dirty="0">
                <a:latin typeface="Consolas" panose="020B0609020204030204" pitchFamily="49" charset="0"/>
              </a:rPr>
              <a:t>&lt;</a:t>
            </a:r>
            <a:r>
              <a:rPr lang="en-US" sz="1400" dirty="0" err="1">
                <a:latin typeface="Consolas" panose="020B0609020204030204" pitchFamily="49" charset="0"/>
              </a:rPr>
              <a:t>TargetFramework</a:t>
            </a:r>
            <a:r>
              <a:rPr lang="en-US" sz="1400" dirty="0">
                <a:latin typeface="Consolas" panose="020B0609020204030204" pitchFamily="49" charset="0"/>
              </a:rPr>
              <a:t>&gt;net9.0&lt;/</a:t>
            </a:r>
            <a:r>
              <a:rPr lang="en-US" sz="1400" dirty="0" err="1">
                <a:latin typeface="Consolas" panose="020B0609020204030204" pitchFamily="49" charset="0"/>
              </a:rPr>
              <a:t>TargetFramework</a:t>
            </a:r>
            <a:r>
              <a:rPr lang="en-US" sz="1400" dirty="0">
                <a:latin typeface="Consolas" panose="020B0609020204030204" pitchFamily="49" charset="0"/>
              </a:rPr>
              <a:t>&gt;</a:t>
            </a:r>
          </a:p>
          <a:p>
            <a:pPr marL="0" indent="0">
              <a:buNone/>
            </a:pPr>
            <a:r>
              <a:rPr lang="en-US" noProof="0" dirty="0"/>
              <a:t>Migrating to .NET 9.0 ensures better performance, enhanced security, and long-term support. It also allows your application to take advantage of modern cloud architectures, faster execution times, and reduced technical debt. </a:t>
            </a:r>
          </a:p>
        </p:txBody>
      </p:sp>
      <p:sp>
        <p:nvSpPr>
          <p:cNvPr id="4" name="Content Placeholder 3">
            <a:extLst>
              <a:ext uri="{FF2B5EF4-FFF2-40B4-BE49-F238E27FC236}">
                <a16:creationId xmlns:a16="http://schemas.microsoft.com/office/drawing/2014/main" id="{E9560F5A-A0BF-1FAB-53CC-AA0D444DEB51}"/>
              </a:ext>
            </a:extLst>
          </p:cNvPr>
          <p:cNvSpPr>
            <a:spLocks noGrp="1"/>
          </p:cNvSpPr>
          <p:nvPr>
            <p:ph sz="half" idx="2"/>
          </p:nvPr>
        </p:nvSpPr>
        <p:spPr/>
        <p:txBody>
          <a:bodyPr>
            <a:normAutofit fontScale="85000" lnSpcReduction="20000"/>
          </a:bodyPr>
          <a:lstStyle/>
          <a:p>
            <a:pPr marL="0" indent="0">
              <a:buNone/>
            </a:pPr>
            <a:r>
              <a:rPr lang="en-US" noProof="0" dirty="0"/>
              <a:t>Worst Case:</a:t>
            </a:r>
          </a:p>
          <a:p>
            <a:pPr marL="0" indent="0">
              <a:buNone/>
            </a:pPr>
            <a:r>
              <a:rPr lang="en-US" noProof="0" dirty="0"/>
              <a:t>There is an existing application that written in very old frameworks and older version of the languages. </a:t>
            </a:r>
            <a:br>
              <a:rPr lang="en-US" noProof="0" dirty="0"/>
            </a:br>
            <a:br>
              <a:rPr lang="en-US" noProof="0" dirty="0"/>
            </a:br>
            <a:r>
              <a:rPr lang="en-US" noProof="0" dirty="0"/>
              <a:t>Even worst, the source code could be lost, not maintained since a long </a:t>
            </a:r>
            <a:r>
              <a:rPr lang="en-US" noProof="0" dirty="0" err="1"/>
              <a:t>long</a:t>
            </a:r>
            <a:r>
              <a:rPr lang="en-US" noProof="0" dirty="0"/>
              <a:t> time. No body wants to develop any more on that code base, the developers are already retired or resigned. Maybe there are some resources can be found more expensive than market conditions.</a:t>
            </a:r>
          </a:p>
          <a:p>
            <a:pPr marL="0" indent="0">
              <a:buNone/>
            </a:pPr>
            <a:r>
              <a:rPr lang="en-US" noProof="0" dirty="0"/>
              <a:t>More struggle, </a:t>
            </a:r>
          </a:p>
          <a:p>
            <a:pPr>
              <a:buFontTx/>
              <a:buChar char="-"/>
            </a:pPr>
            <a:r>
              <a:rPr lang="en-US" noProof="0" dirty="0"/>
              <a:t>there are serious number of customers and users depending on the deployed version </a:t>
            </a:r>
          </a:p>
          <a:p>
            <a:pPr>
              <a:buFontTx/>
              <a:buChar char="-"/>
            </a:pPr>
            <a:r>
              <a:rPr lang="en-US" noProof="0" dirty="0"/>
              <a:t>they are complaining about necessity of new features, performance issues and bugs.</a:t>
            </a:r>
          </a:p>
          <a:p>
            <a:pPr marL="0" indent="0">
              <a:buNone/>
            </a:pPr>
            <a:endParaRPr lang="en-US" noProof="0" dirty="0"/>
          </a:p>
        </p:txBody>
      </p:sp>
    </p:spTree>
    <p:extLst>
      <p:ext uri="{BB962C8B-B14F-4D97-AF65-F5344CB8AC3E}">
        <p14:creationId xmlns:p14="http://schemas.microsoft.com/office/powerpoint/2010/main" val="351920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fade">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fade">
                                      <p:cBhvr>
                                        <p:cTn id="32" dur="500"/>
                                        <p:tgtEl>
                                          <p:spTgt spid="4">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fade">
                                      <p:cBhvr>
                                        <p:cTn id="37" dur="500"/>
                                        <p:tgtEl>
                                          <p:spTgt spid="4">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fade">
                                      <p:cBhvr>
                                        <p:cTn id="42" dur="500"/>
                                        <p:tgtEl>
                                          <p:spTgt spid="4">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fade">
                                      <p:cBhvr>
                                        <p:cTn id="4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EE8C2D-5737-1354-6113-0478613D3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A1F09-E489-40A8-3101-969320E48FBB}"/>
              </a:ext>
            </a:extLst>
          </p:cNvPr>
          <p:cNvSpPr>
            <a:spLocks noGrp="1"/>
          </p:cNvSpPr>
          <p:nvPr>
            <p:ph type="title"/>
          </p:nvPr>
        </p:nvSpPr>
        <p:spPr/>
        <p:txBody>
          <a:bodyPr>
            <a:normAutofit/>
          </a:bodyPr>
          <a:lstStyle/>
          <a:p>
            <a:r>
              <a:rPr lang="tr-TR" noProof="0" dirty="0"/>
              <a:t>Worst Case </a:t>
            </a:r>
            <a:endParaRPr lang="en-US" noProof="0" dirty="0"/>
          </a:p>
        </p:txBody>
      </p:sp>
      <p:sp>
        <p:nvSpPr>
          <p:cNvPr id="4" name="Content Placeholder 3">
            <a:extLst>
              <a:ext uri="{FF2B5EF4-FFF2-40B4-BE49-F238E27FC236}">
                <a16:creationId xmlns:a16="http://schemas.microsoft.com/office/drawing/2014/main" id="{DF500543-8524-4B77-948E-D883DB9E6AF5}"/>
              </a:ext>
            </a:extLst>
          </p:cNvPr>
          <p:cNvSpPr>
            <a:spLocks noGrp="1"/>
          </p:cNvSpPr>
          <p:nvPr>
            <p:ph sz="half" idx="2"/>
          </p:nvPr>
        </p:nvSpPr>
        <p:spPr/>
        <p:txBody>
          <a:bodyPr>
            <a:normAutofit fontScale="85000" lnSpcReduction="10000"/>
          </a:bodyPr>
          <a:lstStyle/>
          <a:p>
            <a:pPr marL="0" indent="0">
              <a:buNone/>
            </a:pPr>
            <a:r>
              <a:rPr lang="tr-TR" dirty="0"/>
              <a:t>It could be an MFC++ application. </a:t>
            </a:r>
          </a:p>
          <a:p>
            <a:pPr>
              <a:buFontTx/>
              <a:buChar char="-"/>
            </a:pPr>
            <a:r>
              <a:rPr lang="tr-TR" dirty="0"/>
              <a:t>No Crossplatform depending on Windows OS.</a:t>
            </a:r>
          </a:p>
          <a:p>
            <a:pPr>
              <a:buFontTx/>
              <a:buChar char="-"/>
            </a:pPr>
            <a:r>
              <a:rPr lang="tr-TR" dirty="0"/>
              <a:t>Installation required, it is an assembly. Hard to maintain as a SaaS applicaiton.</a:t>
            </a:r>
          </a:p>
          <a:p>
            <a:pPr>
              <a:buFontTx/>
              <a:buChar char="-"/>
            </a:pPr>
            <a:r>
              <a:rPr lang="en-US" dirty="0"/>
              <a:t>Tight Coupling of UI and Business Logic</a:t>
            </a:r>
            <a:r>
              <a:rPr lang="tr-TR" dirty="0"/>
              <a:t>, Monolithic CView/CDocument classes, Macros instead of interfaces</a:t>
            </a:r>
          </a:p>
          <a:p>
            <a:pPr>
              <a:buFontTx/>
              <a:buChar char="-"/>
            </a:pPr>
            <a:r>
              <a:rPr lang="en-US" dirty="0"/>
              <a:t>Extensive Use of Preprocessor Macros</a:t>
            </a:r>
            <a:endParaRPr lang="tr-TR" dirty="0"/>
          </a:p>
          <a:p>
            <a:pPr>
              <a:buFontTx/>
              <a:buChar char="-"/>
            </a:pPr>
            <a:r>
              <a:rPr lang="tr-TR" dirty="0"/>
              <a:t>Manual Resource Management, Raw pointers everywhere, GDI leak bugs</a:t>
            </a:r>
          </a:p>
          <a:p>
            <a:pPr>
              <a:buFontTx/>
              <a:buChar char="-"/>
            </a:pPr>
            <a:r>
              <a:rPr lang="en-US" dirty="0"/>
              <a:t>Poor Testability and Dependency Isolation</a:t>
            </a:r>
            <a:endParaRPr lang="tr-TR" dirty="0"/>
          </a:p>
          <a:p>
            <a:pPr>
              <a:buFontTx/>
              <a:buChar char="-"/>
            </a:pPr>
            <a:r>
              <a:rPr lang="tr-TR" dirty="0"/>
              <a:t>Threading and Concurrency Pitfalls</a:t>
            </a:r>
          </a:p>
          <a:p>
            <a:pPr>
              <a:buFontTx/>
              <a:buChar char="-"/>
            </a:pPr>
            <a:r>
              <a:rPr lang="tr-TR" dirty="0"/>
              <a:t>Build and Dependency Complexity</a:t>
            </a:r>
          </a:p>
        </p:txBody>
      </p:sp>
      <p:pic>
        <p:nvPicPr>
          <p:cNvPr id="1026" name="Picture 2" descr="Simple Grid - A Win32 message based grid control- CodeProject">
            <a:extLst>
              <a:ext uri="{FF2B5EF4-FFF2-40B4-BE49-F238E27FC236}">
                <a16:creationId xmlns:a16="http://schemas.microsoft.com/office/drawing/2014/main" id="{CD84E4D9-4811-D0DD-214D-9FA2E8E6909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103313" y="2377187"/>
            <a:ext cx="4395787" cy="356254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Foundation Class Library ...">
            <a:extLst>
              <a:ext uri="{FF2B5EF4-FFF2-40B4-BE49-F238E27FC236}">
                <a16:creationId xmlns:a16="http://schemas.microsoft.com/office/drawing/2014/main" id="{4CB80306-6AAA-AC43-6078-BDE737A85A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1024" y="323256"/>
            <a:ext cx="1097448" cy="109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50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2B61B7-5030-B40E-8B48-CD8C93E7A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4C913-76F5-E37F-2E0D-9CC5CDF8FA40}"/>
              </a:ext>
            </a:extLst>
          </p:cNvPr>
          <p:cNvSpPr>
            <a:spLocks noGrp="1"/>
          </p:cNvSpPr>
          <p:nvPr>
            <p:ph type="title"/>
          </p:nvPr>
        </p:nvSpPr>
        <p:spPr/>
        <p:txBody>
          <a:bodyPr>
            <a:normAutofit/>
          </a:bodyPr>
          <a:lstStyle/>
          <a:p>
            <a:r>
              <a:rPr lang="tr-TR" noProof="0" dirty="0"/>
              <a:t>Worst Case</a:t>
            </a:r>
            <a:endParaRPr lang="en-US" noProof="0" dirty="0"/>
          </a:p>
        </p:txBody>
      </p:sp>
      <p:sp>
        <p:nvSpPr>
          <p:cNvPr id="4" name="Content Placeholder 3">
            <a:extLst>
              <a:ext uri="{FF2B5EF4-FFF2-40B4-BE49-F238E27FC236}">
                <a16:creationId xmlns:a16="http://schemas.microsoft.com/office/drawing/2014/main" id="{73ACB0D7-CB57-9565-5934-EDAB3AA99679}"/>
              </a:ext>
            </a:extLst>
          </p:cNvPr>
          <p:cNvSpPr>
            <a:spLocks noGrp="1"/>
          </p:cNvSpPr>
          <p:nvPr>
            <p:ph sz="half" idx="2"/>
          </p:nvPr>
        </p:nvSpPr>
        <p:spPr/>
        <p:txBody>
          <a:bodyPr>
            <a:normAutofit fontScale="85000" lnSpcReduction="10000"/>
          </a:bodyPr>
          <a:lstStyle/>
          <a:p>
            <a:pPr marL="0" indent="0">
              <a:buNone/>
            </a:pPr>
            <a:r>
              <a:rPr lang="tr-TR" dirty="0"/>
              <a:t>It could be a Visual Basic Application</a:t>
            </a:r>
          </a:p>
          <a:p>
            <a:pPr>
              <a:buFontTx/>
              <a:buChar char="-"/>
            </a:pPr>
            <a:r>
              <a:rPr lang="en-US" dirty="0"/>
              <a:t>Weak Type Safety and Late Binding</a:t>
            </a:r>
            <a:endParaRPr lang="tr-TR" dirty="0"/>
          </a:p>
          <a:p>
            <a:pPr>
              <a:buFontTx/>
              <a:buChar char="-"/>
            </a:pPr>
            <a:r>
              <a:rPr lang="tr-TR" dirty="0"/>
              <a:t>“On Error Resume Next”–Driven Error Handling</a:t>
            </a:r>
          </a:p>
          <a:p>
            <a:pPr>
              <a:buFontTx/>
              <a:buChar char="-"/>
            </a:pPr>
            <a:r>
              <a:rPr lang="en-US" dirty="0"/>
              <a:t>Monolithic Forms and Code‑Behind</a:t>
            </a:r>
            <a:endParaRPr lang="tr-TR" dirty="0"/>
          </a:p>
          <a:p>
            <a:pPr>
              <a:buFontTx/>
              <a:buChar char="-"/>
            </a:pPr>
            <a:r>
              <a:rPr lang="tr-TR" dirty="0"/>
              <a:t>Module‑Based Global State</a:t>
            </a:r>
          </a:p>
          <a:p>
            <a:pPr>
              <a:buFontTx/>
              <a:buChar char="-"/>
            </a:pPr>
            <a:r>
              <a:rPr lang="en-US" dirty="0"/>
              <a:t>Poor OO Abstractions (Especially in VB6)</a:t>
            </a:r>
            <a:endParaRPr lang="tr-TR" dirty="0"/>
          </a:p>
          <a:p>
            <a:pPr>
              <a:buFontTx/>
              <a:buChar char="-"/>
            </a:pPr>
            <a:r>
              <a:rPr lang="en-US" dirty="0"/>
              <a:t>COM/Interop and Binary Compatibility Woes</a:t>
            </a:r>
            <a:endParaRPr lang="tr-TR" dirty="0"/>
          </a:p>
          <a:p>
            <a:pPr>
              <a:buFontTx/>
              <a:buChar char="-"/>
            </a:pPr>
            <a:r>
              <a:rPr lang="en-US" dirty="0"/>
              <a:t>Lack of Unit Testing and CI Integration</a:t>
            </a:r>
            <a:endParaRPr lang="tr-TR" dirty="0"/>
          </a:p>
          <a:p>
            <a:pPr>
              <a:buFontTx/>
              <a:buChar char="-"/>
            </a:pPr>
            <a:r>
              <a:rPr lang="en-US" dirty="0"/>
              <a:t>Resource Management and Memory Leaks</a:t>
            </a:r>
            <a:endParaRPr lang="tr-TR" dirty="0"/>
          </a:p>
          <a:p>
            <a:pPr>
              <a:buFontTx/>
              <a:buChar char="-"/>
            </a:pPr>
            <a:r>
              <a:rPr lang="tr-TR" dirty="0"/>
              <a:t>UI Scaling, Localization &amp; Accessibility Gaps</a:t>
            </a:r>
          </a:p>
          <a:p>
            <a:pPr>
              <a:buFontTx/>
              <a:buChar char="-"/>
            </a:pPr>
            <a:endParaRPr lang="tr-TR" dirty="0"/>
          </a:p>
          <a:p>
            <a:pPr>
              <a:buFontTx/>
              <a:buChar char="-"/>
            </a:pPr>
            <a:endParaRPr lang="tr-TR" dirty="0"/>
          </a:p>
        </p:txBody>
      </p:sp>
      <p:pic>
        <p:nvPicPr>
          <p:cNvPr id="2054" name="Picture 6" descr="Language - Visual Basic 6.0 - Phidgets Legacy Support">
            <a:extLst>
              <a:ext uri="{FF2B5EF4-FFF2-40B4-BE49-F238E27FC236}">
                <a16:creationId xmlns:a16="http://schemas.microsoft.com/office/drawing/2014/main" id="{A13FD6F3-1310-EE7A-FB7D-11F2F1EB9D4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681179" y="2060579"/>
            <a:ext cx="3240061" cy="41957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Visual Basic (classic) - Wikipedia">
            <a:extLst>
              <a:ext uri="{FF2B5EF4-FFF2-40B4-BE49-F238E27FC236}">
                <a16:creationId xmlns:a16="http://schemas.microsoft.com/office/drawing/2014/main" id="{19FFEFCA-4D79-0B3D-703D-56863F549B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7659" y="228892"/>
            <a:ext cx="1844660" cy="1827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39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0099EE-BD4D-E78C-1017-4DA80A3A9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0C7F0-8C5B-9C63-AD6B-C1109231D5BA}"/>
              </a:ext>
            </a:extLst>
          </p:cNvPr>
          <p:cNvSpPr>
            <a:spLocks noGrp="1"/>
          </p:cNvSpPr>
          <p:nvPr>
            <p:ph type="title"/>
          </p:nvPr>
        </p:nvSpPr>
        <p:spPr/>
        <p:txBody>
          <a:bodyPr>
            <a:normAutofit/>
          </a:bodyPr>
          <a:lstStyle/>
          <a:p>
            <a:r>
              <a:rPr lang="tr-TR" noProof="0" dirty="0"/>
              <a:t>Worst Case</a:t>
            </a:r>
            <a:endParaRPr lang="en-US" noProof="0" dirty="0"/>
          </a:p>
        </p:txBody>
      </p:sp>
      <p:sp>
        <p:nvSpPr>
          <p:cNvPr id="4" name="Content Placeholder 3">
            <a:extLst>
              <a:ext uri="{FF2B5EF4-FFF2-40B4-BE49-F238E27FC236}">
                <a16:creationId xmlns:a16="http://schemas.microsoft.com/office/drawing/2014/main" id="{D0EE68C2-5531-3E41-EFDB-E28321ABE5BF}"/>
              </a:ext>
            </a:extLst>
          </p:cNvPr>
          <p:cNvSpPr>
            <a:spLocks noGrp="1"/>
          </p:cNvSpPr>
          <p:nvPr>
            <p:ph sz="half" idx="2"/>
          </p:nvPr>
        </p:nvSpPr>
        <p:spPr/>
        <p:txBody>
          <a:bodyPr>
            <a:normAutofit fontScale="92500" lnSpcReduction="20000"/>
          </a:bodyPr>
          <a:lstStyle/>
          <a:p>
            <a:pPr marL="0" indent="0">
              <a:buNone/>
            </a:pPr>
            <a:r>
              <a:rPr lang="tr-TR" dirty="0"/>
              <a:t>It could be a Windows Forms Application</a:t>
            </a:r>
          </a:p>
          <a:p>
            <a:pPr>
              <a:buFontTx/>
              <a:buChar char="-"/>
            </a:pPr>
            <a:r>
              <a:rPr lang="en-US" dirty="0"/>
              <a:t>UI and Business Logic Tightly Coupled</a:t>
            </a:r>
            <a:endParaRPr lang="tr-TR" dirty="0"/>
          </a:p>
          <a:p>
            <a:pPr>
              <a:buFontTx/>
              <a:buChar char="-"/>
            </a:pPr>
            <a:r>
              <a:rPr lang="tr-TR" dirty="0"/>
              <a:t>Designer‑Generated Code Fragility</a:t>
            </a:r>
          </a:p>
          <a:p>
            <a:pPr>
              <a:buFontTx/>
              <a:buChar char="-"/>
            </a:pPr>
            <a:r>
              <a:rPr lang="tr-TR" dirty="0"/>
              <a:t>Event‑Driven “Spaghetti” Code</a:t>
            </a:r>
          </a:p>
          <a:p>
            <a:pPr>
              <a:buFontTx/>
              <a:buChar char="-"/>
            </a:pPr>
            <a:r>
              <a:rPr lang="tr-TR" dirty="0"/>
              <a:t>Poor Testability</a:t>
            </a:r>
          </a:p>
          <a:p>
            <a:pPr>
              <a:buFontTx/>
              <a:buChar char="-"/>
            </a:pPr>
            <a:r>
              <a:rPr lang="tr-TR" dirty="0"/>
              <a:t>Layout and Scaling Shortcomings</a:t>
            </a:r>
          </a:p>
          <a:p>
            <a:pPr>
              <a:buFontTx/>
              <a:buChar char="-"/>
            </a:pPr>
            <a:r>
              <a:rPr lang="tr-TR" dirty="0"/>
              <a:t>Data‑Binding Misuses</a:t>
            </a:r>
          </a:p>
          <a:p>
            <a:pPr>
              <a:buFontTx/>
              <a:buChar char="-"/>
            </a:pPr>
            <a:r>
              <a:rPr lang="tr-TR" dirty="0"/>
              <a:t>Threading and Concurrency Pitfalls</a:t>
            </a:r>
          </a:p>
          <a:p>
            <a:pPr>
              <a:buFontTx/>
              <a:buChar char="-"/>
            </a:pPr>
            <a:r>
              <a:rPr lang="tr-TR" dirty="0"/>
              <a:t>Resource Management Leaks</a:t>
            </a:r>
          </a:p>
          <a:p>
            <a:pPr>
              <a:buFontTx/>
              <a:buChar char="-"/>
            </a:pPr>
            <a:r>
              <a:rPr lang="tr-TR" dirty="0"/>
              <a:t>Localization and Accessibility Gaps</a:t>
            </a:r>
          </a:p>
          <a:p>
            <a:pPr>
              <a:buFontTx/>
              <a:buChar char="-"/>
            </a:pPr>
            <a:r>
              <a:rPr lang="tr-TR" dirty="0"/>
              <a:t>Designer and Build Performance</a:t>
            </a:r>
          </a:p>
          <a:p>
            <a:pPr>
              <a:buFontTx/>
              <a:buChar char="-"/>
            </a:pPr>
            <a:endParaRPr lang="tr-TR" dirty="0"/>
          </a:p>
          <a:p>
            <a:pPr>
              <a:buFontTx/>
              <a:buChar char="-"/>
            </a:pPr>
            <a:endParaRPr lang="tr-TR" dirty="0"/>
          </a:p>
        </p:txBody>
      </p:sp>
      <p:pic>
        <p:nvPicPr>
          <p:cNvPr id="3074" name="Picture 2" descr="How to Create a C# Windows Forms Application">
            <a:extLst>
              <a:ext uri="{FF2B5EF4-FFF2-40B4-BE49-F238E27FC236}">
                <a16:creationId xmlns:a16="http://schemas.microsoft.com/office/drawing/2014/main" id="{4A233D04-C5C2-DBC6-D79C-BD458B87719F}"/>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103313" y="2622152"/>
            <a:ext cx="4395787" cy="3072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34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D9096E-0CA2-B69E-FED1-726F49170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8B769-0ACB-A06A-4B60-4D99D217C820}"/>
              </a:ext>
            </a:extLst>
          </p:cNvPr>
          <p:cNvSpPr>
            <a:spLocks noGrp="1"/>
          </p:cNvSpPr>
          <p:nvPr>
            <p:ph type="title"/>
          </p:nvPr>
        </p:nvSpPr>
        <p:spPr/>
        <p:txBody>
          <a:bodyPr>
            <a:normAutofit/>
          </a:bodyPr>
          <a:lstStyle/>
          <a:p>
            <a:r>
              <a:rPr lang="tr-TR" noProof="0" dirty="0"/>
              <a:t>Worst Case</a:t>
            </a:r>
            <a:endParaRPr lang="en-US" noProof="0" dirty="0"/>
          </a:p>
        </p:txBody>
      </p:sp>
      <p:sp>
        <p:nvSpPr>
          <p:cNvPr id="4" name="Content Placeholder 3">
            <a:extLst>
              <a:ext uri="{FF2B5EF4-FFF2-40B4-BE49-F238E27FC236}">
                <a16:creationId xmlns:a16="http://schemas.microsoft.com/office/drawing/2014/main" id="{31DFB820-9305-94A2-F1CD-EF271F793380}"/>
              </a:ext>
            </a:extLst>
          </p:cNvPr>
          <p:cNvSpPr>
            <a:spLocks noGrp="1"/>
          </p:cNvSpPr>
          <p:nvPr>
            <p:ph sz="half" idx="2"/>
          </p:nvPr>
        </p:nvSpPr>
        <p:spPr/>
        <p:txBody>
          <a:bodyPr>
            <a:normAutofit fontScale="85000" lnSpcReduction="10000"/>
          </a:bodyPr>
          <a:lstStyle/>
          <a:p>
            <a:pPr marL="0" indent="0">
              <a:buNone/>
            </a:pPr>
            <a:r>
              <a:rPr lang="tr-TR" dirty="0"/>
              <a:t>It could be a ASP.NET 2.0 Application</a:t>
            </a:r>
          </a:p>
          <a:p>
            <a:pPr>
              <a:buFontTx/>
              <a:buChar char="-"/>
            </a:pPr>
            <a:r>
              <a:rPr lang="en-US" dirty="0" err="1"/>
              <a:t>ViewState</a:t>
            </a:r>
            <a:r>
              <a:rPr lang="en-US" dirty="0"/>
              <a:t> Bloat and Lifecycle Confusion</a:t>
            </a:r>
            <a:endParaRPr lang="tr-TR" dirty="0"/>
          </a:p>
          <a:p>
            <a:pPr>
              <a:buFontTx/>
              <a:buChar char="-"/>
            </a:pPr>
            <a:r>
              <a:rPr lang="en-US" dirty="0"/>
              <a:t>Tight Coupling of UI and Business Logic</a:t>
            </a:r>
            <a:endParaRPr lang="tr-TR" dirty="0"/>
          </a:p>
          <a:p>
            <a:pPr>
              <a:buFontTx/>
              <a:buChar char="-"/>
            </a:pPr>
            <a:r>
              <a:rPr lang="en-US" dirty="0"/>
              <a:t>Excessive Use of Server Controls and </a:t>
            </a:r>
            <a:r>
              <a:rPr lang="en-US" dirty="0" err="1"/>
              <a:t>PostBacks</a:t>
            </a:r>
            <a:endParaRPr lang="tr-TR" dirty="0"/>
          </a:p>
          <a:p>
            <a:pPr>
              <a:buFontTx/>
              <a:buChar char="-"/>
            </a:pPr>
            <a:r>
              <a:rPr lang="tr-TR" dirty="0"/>
              <a:t>State Management Misuse</a:t>
            </a:r>
          </a:p>
          <a:p>
            <a:pPr>
              <a:buFontTx/>
              <a:buChar char="-"/>
            </a:pPr>
            <a:r>
              <a:rPr lang="tr-TR" dirty="0"/>
              <a:t>Data Access Anti‑patterns</a:t>
            </a:r>
          </a:p>
          <a:p>
            <a:pPr>
              <a:buFontTx/>
              <a:buChar char="-"/>
            </a:pPr>
            <a:r>
              <a:rPr lang="en-US" dirty="0"/>
              <a:t>Lack of Dependency Injection and Testability</a:t>
            </a:r>
            <a:endParaRPr lang="tr-TR" dirty="0"/>
          </a:p>
          <a:p>
            <a:pPr>
              <a:buFontTx/>
              <a:buChar char="-"/>
            </a:pPr>
            <a:r>
              <a:rPr lang="tr-TR" dirty="0"/>
              <a:t>Configuration and Deployment Fragility</a:t>
            </a:r>
          </a:p>
          <a:p>
            <a:pPr>
              <a:buFontTx/>
              <a:buChar char="-"/>
            </a:pPr>
            <a:r>
              <a:rPr lang="tr-TR" dirty="0"/>
              <a:t>Performance and Memory Leaks</a:t>
            </a:r>
          </a:p>
          <a:p>
            <a:pPr>
              <a:buFontTx/>
              <a:buChar char="-"/>
            </a:pPr>
            <a:r>
              <a:rPr lang="tr-TR" dirty="0"/>
              <a:t>Security Pitfalls</a:t>
            </a:r>
          </a:p>
          <a:p>
            <a:pPr>
              <a:buFontTx/>
              <a:buChar char="-"/>
            </a:pPr>
            <a:r>
              <a:rPr lang="tr-TR" dirty="0"/>
              <a:t>Caching Misconfiguration</a:t>
            </a:r>
          </a:p>
          <a:p>
            <a:pPr>
              <a:buFontTx/>
              <a:buChar char="-"/>
            </a:pPr>
            <a:endParaRPr lang="tr-TR" dirty="0"/>
          </a:p>
          <a:p>
            <a:pPr>
              <a:buFontTx/>
              <a:buChar char="-"/>
            </a:pPr>
            <a:endParaRPr lang="tr-TR" dirty="0"/>
          </a:p>
        </p:txBody>
      </p:sp>
      <p:pic>
        <p:nvPicPr>
          <p:cNvPr id="4102" name="Picture 6" descr="ScottGu's Blog - Recipe: Implementing Role-Based Security with ASP.NET 2.0  using Windows Authentication and SQL Server">
            <a:extLst>
              <a:ext uri="{FF2B5EF4-FFF2-40B4-BE49-F238E27FC236}">
                <a16:creationId xmlns:a16="http://schemas.microsoft.com/office/drawing/2014/main" id="{4720110F-933E-E6D0-C81B-8B7DDA8A0CD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103313" y="2776190"/>
            <a:ext cx="4395787" cy="276453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ASP.NET 2.0 Hosting, Australia ASP.NET 2 Hosting">
            <a:extLst>
              <a:ext uri="{FF2B5EF4-FFF2-40B4-BE49-F238E27FC236}">
                <a16:creationId xmlns:a16="http://schemas.microsoft.com/office/drawing/2014/main" id="{932D4176-FBEB-F628-2EE3-EF9F906A52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256" y="249875"/>
            <a:ext cx="2006744" cy="1514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39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714B34-373F-E147-6CAD-705FB4FF5F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F3D02-C6FB-7C80-F234-ADC009A15FD3}"/>
              </a:ext>
            </a:extLst>
          </p:cNvPr>
          <p:cNvSpPr>
            <a:spLocks noGrp="1"/>
          </p:cNvSpPr>
          <p:nvPr>
            <p:ph type="title"/>
          </p:nvPr>
        </p:nvSpPr>
        <p:spPr/>
        <p:txBody>
          <a:bodyPr>
            <a:normAutofit/>
          </a:bodyPr>
          <a:lstStyle/>
          <a:p>
            <a:r>
              <a:rPr lang="tr-TR" noProof="0" dirty="0"/>
              <a:t>Worst Case</a:t>
            </a:r>
            <a:endParaRPr lang="en-US" noProof="0" dirty="0"/>
          </a:p>
        </p:txBody>
      </p:sp>
      <p:sp>
        <p:nvSpPr>
          <p:cNvPr id="4" name="Content Placeholder 3">
            <a:extLst>
              <a:ext uri="{FF2B5EF4-FFF2-40B4-BE49-F238E27FC236}">
                <a16:creationId xmlns:a16="http://schemas.microsoft.com/office/drawing/2014/main" id="{36FCFE74-5A01-12A4-993E-177C322A608D}"/>
              </a:ext>
            </a:extLst>
          </p:cNvPr>
          <p:cNvSpPr>
            <a:spLocks noGrp="1"/>
          </p:cNvSpPr>
          <p:nvPr>
            <p:ph sz="half" idx="2"/>
          </p:nvPr>
        </p:nvSpPr>
        <p:spPr/>
        <p:txBody>
          <a:bodyPr>
            <a:normAutofit fontScale="92500" lnSpcReduction="20000"/>
          </a:bodyPr>
          <a:lstStyle/>
          <a:p>
            <a:pPr marL="0" indent="0">
              <a:buNone/>
            </a:pPr>
            <a:r>
              <a:rPr lang="tr-TR" dirty="0"/>
              <a:t>It could be a java application older than Java SE 6</a:t>
            </a:r>
          </a:p>
          <a:p>
            <a:pPr>
              <a:buFontTx/>
              <a:buChar char="-"/>
            </a:pPr>
            <a:r>
              <a:rPr lang="tr-TR" dirty="0"/>
              <a:t>Boilerplate‑Heavy Resource Management</a:t>
            </a:r>
          </a:p>
          <a:p>
            <a:pPr>
              <a:buFontTx/>
              <a:buChar char="-"/>
            </a:pPr>
            <a:r>
              <a:rPr lang="tr-TR" dirty="0"/>
              <a:t>Antiquated Concurrency Practices</a:t>
            </a:r>
          </a:p>
          <a:p>
            <a:pPr>
              <a:buFontTx/>
              <a:buChar char="-"/>
            </a:pPr>
            <a:r>
              <a:rPr lang="tr-TR" dirty="0"/>
              <a:t>Outdated Collections and Utilities</a:t>
            </a:r>
          </a:p>
          <a:p>
            <a:pPr>
              <a:buFontTx/>
              <a:buChar char="-"/>
            </a:pPr>
            <a:r>
              <a:rPr lang="tr-TR" dirty="0"/>
              <a:t>Legacy Date/Time APIs</a:t>
            </a:r>
          </a:p>
          <a:p>
            <a:pPr>
              <a:buFontTx/>
              <a:buChar char="-"/>
            </a:pPr>
            <a:r>
              <a:rPr lang="en-US" dirty="0"/>
              <a:t>XML‑Heavy Configuration and Wiring</a:t>
            </a:r>
            <a:endParaRPr lang="tr-TR" dirty="0"/>
          </a:p>
          <a:p>
            <a:pPr>
              <a:buFontTx/>
              <a:buChar char="-"/>
            </a:pPr>
            <a:r>
              <a:rPr lang="tr-TR" dirty="0"/>
              <a:t>Build and Dependency Sprawl</a:t>
            </a:r>
          </a:p>
          <a:p>
            <a:pPr>
              <a:buFontTx/>
              <a:buChar char="-"/>
            </a:pPr>
            <a:r>
              <a:rPr lang="en-US" dirty="0"/>
              <a:t>Primitive or Missing Testing Infrastructure</a:t>
            </a:r>
            <a:endParaRPr lang="tr-TR" dirty="0"/>
          </a:p>
          <a:p>
            <a:pPr>
              <a:buFontTx/>
              <a:buChar char="-"/>
            </a:pPr>
            <a:r>
              <a:rPr lang="en-US" dirty="0"/>
              <a:t>Ad‑Hoc Logging and Diagnostics</a:t>
            </a:r>
            <a:endParaRPr lang="tr-TR" dirty="0"/>
          </a:p>
          <a:p>
            <a:pPr>
              <a:buFontTx/>
              <a:buChar char="-"/>
            </a:pPr>
            <a:r>
              <a:rPr lang="tr-TR" dirty="0"/>
              <a:t>Runtime and Deployment Fragility</a:t>
            </a:r>
          </a:p>
          <a:p>
            <a:pPr>
              <a:buFontTx/>
              <a:buChar char="-"/>
            </a:pPr>
            <a:endParaRPr lang="tr-TR" dirty="0"/>
          </a:p>
        </p:txBody>
      </p:sp>
      <p:pic>
        <p:nvPicPr>
          <p:cNvPr id="4102" name="Picture 6" descr="ScottGu's Blog - Recipe: Implementing Role-Based Security with ASP.NET 2.0  using Windows Authentication and SQL Server">
            <a:extLst>
              <a:ext uri="{FF2B5EF4-FFF2-40B4-BE49-F238E27FC236}">
                <a16:creationId xmlns:a16="http://schemas.microsoft.com/office/drawing/2014/main" id="{454C1B03-58A1-766C-AF03-0CDC39ACDDB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103313" y="2776190"/>
            <a:ext cx="4395787" cy="276453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Oracle Certified System Configurations - Java SE 6">
            <a:extLst>
              <a:ext uri="{FF2B5EF4-FFF2-40B4-BE49-F238E27FC236}">
                <a16:creationId xmlns:a16="http://schemas.microsoft.com/office/drawing/2014/main" id="{04701E5B-977A-372C-6DF1-429EBFFECD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8270" y="133113"/>
            <a:ext cx="1702935" cy="1702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54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1B271B-BCAA-DD7B-E4FC-F70AE3AA0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FE13F-E14D-4F3D-B6CF-62692B130B78}"/>
              </a:ext>
            </a:extLst>
          </p:cNvPr>
          <p:cNvSpPr>
            <a:spLocks noGrp="1"/>
          </p:cNvSpPr>
          <p:nvPr>
            <p:ph type="title"/>
          </p:nvPr>
        </p:nvSpPr>
        <p:spPr>
          <a:xfrm>
            <a:off x="521208" y="978408"/>
            <a:ext cx="3154680" cy="4069080"/>
          </a:xfrm>
        </p:spPr>
        <p:txBody>
          <a:bodyPr>
            <a:normAutofit/>
          </a:bodyPr>
          <a:lstStyle/>
          <a:p>
            <a:r>
              <a:rPr lang="tr-TR" sz="4000" dirty="0"/>
              <a:t>When?</a:t>
            </a:r>
          </a:p>
        </p:txBody>
      </p:sp>
      <p:graphicFrame>
        <p:nvGraphicFramePr>
          <p:cNvPr id="7" name="Content Placeholder 4">
            <a:extLst>
              <a:ext uri="{FF2B5EF4-FFF2-40B4-BE49-F238E27FC236}">
                <a16:creationId xmlns:a16="http://schemas.microsoft.com/office/drawing/2014/main" id="{0662DAD6-4E30-87CD-C9D8-2343F91EEFC3}"/>
              </a:ext>
            </a:extLst>
          </p:cNvPr>
          <p:cNvGraphicFramePr>
            <a:graphicFrameLocks noGrp="1"/>
          </p:cNvGraphicFramePr>
          <p:nvPr>
            <p:ph idx="1"/>
            <p:extLst>
              <p:ext uri="{D42A27DB-BD31-4B8C-83A1-F6EECF244321}">
                <p14:modId xmlns:p14="http://schemas.microsoft.com/office/powerpoint/2010/main" val="3070853934"/>
              </p:ext>
            </p:extLst>
          </p:nvPr>
        </p:nvGraphicFramePr>
        <p:xfrm>
          <a:off x="3057528" y="978408"/>
          <a:ext cx="8619363" cy="5239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519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dgm id="{221B980A-D16B-495A-8371-D5E1EFA12C42}"/>
                                            </p:graphicEl>
                                          </p:spTgt>
                                        </p:tgtEl>
                                        <p:attrNameLst>
                                          <p:attrName>style.visibility</p:attrName>
                                        </p:attrNameLst>
                                      </p:cBhvr>
                                      <p:to>
                                        <p:strVal val="visible"/>
                                      </p:to>
                                    </p:set>
                                    <p:anim calcmode="lin" valueType="num">
                                      <p:cBhvr additive="base">
                                        <p:cTn id="7" dur="500" fill="hold"/>
                                        <p:tgtEl>
                                          <p:spTgt spid="7">
                                            <p:graphicEl>
                                              <a:dgm id="{221B980A-D16B-495A-8371-D5E1EFA12C4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dgm id="{221B980A-D16B-495A-8371-D5E1EFA12C42}"/>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graphicEl>
                                              <a:dgm id="{049E2C5B-879E-4A59-ADBD-4F6EB0802278}"/>
                                            </p:graphicEl>
                                          </p:spTgt>
                                        </p:tgtEl>
                                        <p:attrNameLst>
                                          <p:attrName>style.visibility</p:attrName>
                                        </p:attrNameLst>
                                      </p:cBhvr>
                                      <p:to>
                                        <p:strVal val="visible"/>
                                      </p:to>
                                    </p:set>
                                    <p:anim calcmode="lin" valueType="num">
                                      <p:cBhvr additive="base">
                                        <p:cTn id="11" dur="500" fill="hold"/>
                                        <p:tgtEl>
                                          <p:spTgt spid="7">
                                            <p:graphicEl>
                                              <a:dgm id="{049E2C5B-879E-4A59-ADBD-4F6EB080227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graphicEl>
                                              <a:dgm id="{049E2C5B-879E-4A59-ADBD-4F6EB0802278}"/>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graphicEl>
                                              <a:dgm id="{347B3978-76C5-40DF-AEF8-93F6422757EA}"/>
                                            </p:graphicEl>
                                          </p:spTgt>
                                        </p:tgtEl>
                                        <p:attrNameLst>
                                          <p:attrName>style.visibility</p:attrName>
                                        </p:attrNameLst>
                                      </p:cBhvr>
                                      <p:to>
                                        <p:strVal val="visible"/>
                                      </p:to>
                                    </p:set>
                                    <p:anim calcmode="lin" valueType="num">
                                      <p:cBhvr additive="base">
                                        <p:cTn id="17" dur="500" fill="hold"/>
                                        <p:tgtEl>
                                          <p:spTgt spid="7">
                                            <p:graphicEl>
                                              <a:dgm id="{347B3978-76C5-40DF-AEF8-93F6422757EA}"/>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graphicEl>
                                              <a:dgm id="{347B3978-76C5-40DF-AEF8-93F6422757EA}"/>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graphicEl>
                                              <a:dgm id="{B448E3CA-E69B-42A0-814D-631DE15AE6A8}"/>
                                            </p:graphicEl>
                                          </p:spTgt>
                                        </p:tgtEl>
                                        <p:attrNameLst>
                                          <p:attrName>style.visibility</p:attrName>
                                        </p:attrNameLst>
                                      </p:cBhvr>
                                      <p:to>
                                        <p:strVal val="visible"/>
                                      </p:to>
                                    </p:set>
                                    <p:anim calcmode="lin" valueType="num">
                                      <p:cBhvr additive="base">
                                        <p:cTn id="21" dur="500" fill="hold"/>
                                        <p:tgtEl>
                                          <p:spTgt spid="7">
                                            <p:graphicEl>
                                              <a:dgm id="{B448E3CA-E69B-42A0-814D-631DE15AE6A8}"/>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graphicEl>
                                              <a:dgm id="{B448E3CA-E69B-42A0-814D-631DE15AE6A8}"/>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graphicEl>
                                              <a:dgm id="{76CC421C-6811-4F55-9C2E-0723DE57DD4C}"/>
                                            </p:graphicEl>
                                          </p:spTgt>
                                        </p:tgtEl>
                                        <p:attrNameLst>
                                          <p:attrName>style.visibility</p:attrName>
                                        </p:attrNameLst>
                                      </p:cBhvr>
                                      <p:to>
                                        <p:strVal val="visible"/>
                                      </p:to>
                                    </p:set>
                                    <p:anim calcmode="lin" valueType="num">
                                      <p:cBhvr additive="base">
                                        <p:cTn id="27" dur="500" fill="hold"/>
                                        <p:tgtEl>
                                          <p:spTgt spid="7">
                                            <p:graphicEl>
                                              <a:dgm id="{76CC421C-6811-4F55-9C2E-0723DE57DD4C}"/>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graphicEl>
                                              <a:dgm id="{76CC421C-6811-4F55-9C2E-0723DE57DD4C}"/>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graphicEl>
                                              <a:dgm id="{E79355F3-2D70-4050-B44D-C133E61C04BA}"/>
                                            </p:graphicEl>
                                          </p:spTgt>
                                        </p:tgtEl>
                                        <p:attrNameLst>
                                          <p:attrName>style.visibility</p:attrName>
                                        </p:attrNameLst>
                                      </p:cBhvr>
                                      <p:to>
                                        <p:strVal val="visible"/>
                                      </p:to>
                                    </p:set>
                                    <p:anim calcmode="lin" valueType="num">
                                      <p:cBhvr additive="base">
                                        <p:cTn id="31" dur="500" fill="hold"/>
                                        <p:tgtEl>
                                          <p:spTgt spid="7">
                                            <p:graphicEl>
                                              <a:dgm id="{E79355F3-2D70-4050-B44D-C133E61C04BA}"/>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graphicEl>
                                              <a:dgm id="{E79355F3-2D70-4050-B44D-C133E61C04BA}"/>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graphicEl>
                                              <a:dgm id="{12CDDC74-46CA-4873-9A42-C67796593AD8}"/>
                                            </p:graphicEl>
                                          </p:spTgt>
                                        </p:tgtEl>
                                        <p:attrNameLst>
                                          <p:attrName>style.visibility</p:attrName>
                                        </p:attrNameLst>
                                      </p:cBhvr>
                                      <p:to>
                                        <p:strVal val="visible"/>
                                      </p:to>
                                    </p:set>
                                    <p:anim calcmode="lin" valueType="num">
                                      <p:cBhvr additive="base">
                                        <p:cTn id="37" dur="500" fill="hold"/>
                                        <p:tgtEl>
                                          <p:spTgt spid="7">
                                            <p:graphicEl>
                                              <a:dgm id="{12CDDC74-46CA-4873-9A42-C67796593AD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graphicEl>
                                              <a:dgm id="{12CDDC74-46CA-4873-9A42-C67796593AD8}"/>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
                                            <p:graphicEl>
                                              <a:dgm id="{7F187CF4-FAEA-410A-AF3C-3BFFEC556A74}"/>
                                            </p:graphicEl>
                                          </p:spTgt>
                                        </p:tgtEl>
                                        <p:attrNameLst>
                                          <p:attrName>style.visibility</p:attrName>
                                        </p:attrNameLst>
                                      </p:cBhvr>
                                      <p:to>
                                        <p:strVal val="visible"/>
                                      </p:to>
                                    </p:set>
                                    <p:anim calcmode="lin" valueType="num">
                                      <p:cBhvr additive="base">
                                        <p:cTn id="41" dur="500" fill="hold"/>
                                        <p:tgtEl>
                                          <p:spTgt spid="7">
                                            <p:graphicEl>
                                              <a:dgm id="{7F187CF4-FAEA-410A-AF3C-3BFFEC556A74}"/>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graphicEl>
                                              <a:dgm id="{7F187CF4-FAEA-410A-AF3C-3BFFEC556A74}"/>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graphicEl>
                                              <a:dgm id="{4276509D-33CC-4BC0-88D0-8B99A533CC92}"/>
                                            </p:graphicEl>
                                          </p:spTgt>
                                        </p:tgtEl>
                                        <p:attrNameLst>
                                          <p:attrName>style.visibility</p:attrName>
                                        </p:attrNameLst>
                                      </p:cBhvr>
                                      <p:to>
                                        <p:strVal val="visible"/>
                                      </p:to>
                                    </p:set>
                                    <p:anim calcmode="lin" valueType="num">
                                      <p:cBhvr additive="base">
                                        <p:cTn id="47" dur="500" fill="hold"/>
                                        <p:tgtEl>
                                          <p:spTgt spid="7">
                                            <p:graphicEl>
                                              <a:dgm id="{4276509D-33CC-4BC0-88D0-8B99A533CC92}"/>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graphicEl>
                                              <a:dgm id="{4276509D-33CC-4BC0-88D0-8B99A533CC92}"/>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7">
                                            <p:graphicEl>
                                              <a:dgm id="{8860ABB3-3E69-481D-9A22-0AF32CF74001}"/>
                                            </p:graphicEl>
                                          </p:spTgt>
                                        </p:tgtEl>
                                        <p:attrNameLst>
                                          <p:attrName>style.visibility</p:attrName>
                                        </p:attrNameLst>
                                      </p:cBhvr>
                                      <p:to>
                                        <p:strVal val="visible"/>
                                      </p:to>
                                    </p:set>
                                    <p:anim calcmode="lin" valueType="num">
                                      <p:cBhvr additive="base">
                                        <p:cTn id="51" dur="500" fill="hold"/>
                                        <p:tgtEl>
                                          <p:spTgt spid="7">
                                            <p:graphicEl>
                                              <a:dgm id="{8860ABB3-3E69-481D-9A22-0AF32CF74001}"/>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graphicEl>
                                              <a:dgm id="{8860ABB3-3E69-481D-9A22-0AF32CF7400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5C0A4D-637A-861D-55D3-144C84B90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8E9C2-9EA4-D8E4-17E1-8992A0E7269D}"/>
              </a:ext>
            </a:extLst>
          </p:cNvPr>
          <p:cNvSpPr>
            <a:spLocks noGrp="1"/>
          </p:cNvSpPr>
          <p:nvPr>
            <p:ph type="title"/>
          </p:nvPr>
        </p:nvSpPr>
        <p:spPr>
          <a:xfrm>
            <a:off x="521208" y="978408"/>
            <a:ext cx="3154680" cy="4069080"/>
          </a:xfrm>
        </p:spPr>
        <p:txBody>
          <a:bodyPr>
            <a:normAutofit/>
          </a:bodyPr>
          <a:lstStyle/>
          <a:p>
            <a:r>
              <a:rPr lang="tr-TR" sz="4000" dirty="0"/>
              <a:t>How?</a:t>
            </a:r>
          </a:p>
        </p:txBody>
      </p:sp>
      <p:graphicFrame>
        <p:nvGraphicFramePr>
          <p:cNvPr id="7" name="Content Placeholder 4">
            <a:extLst>
              <a:ext uri="{FF2B5EF4-FFF2-40B4-BE49-F238E27FC236}">
                <a16:creationId xmlns:a16="http://schemas.microsoft.com/office/drawing/2014/main" id="{1743B540-F2E3-9058-4FA5-B85061E335DF}"/>
              </a:ext>
            </a:extLst>
          </p:cNvPr>
          <p:cNvGraphicFramePr>
            <a:graphicFrameLocks noGrp="1"/>
          </p:cNvGraphicFramePr>
          <p:nvPr>
            <p:ph idx="1"/>
            <p:extLst>
              <p:ext uri="{D42A27DB-BD31-4B8C-83A1-F6EECF244321}">
                <p14:modId xmlns:p14="http://schemas.microsoft.com/office/powerpoint/2010/main" val="373379984"/>
              </p:ext>
            </p:extLst>
          </p:nvPr>
        </p:nvGraphicFramePr>
        <p:xfrm>
          <a:off x="3000381" y="978408"/>
          <a:ext cx="8676513" cy="587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433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dgm id="{221B980A-D16B-495A-8371-D5E1EFA12C42}"/>
                                            </p:graphicEl>
                                          </p:spTgt>
                                        </p:tgtEl>
                                        <p:attrNameLst>
                                          <p:attrName>style.visibility</p:attrName>
                                        </p:attrNameLst>
                                      </p:cBhvr>
                                      <p:to>
                                        <p:strVal val="visible"/>
                                      </p:to>
                                    </p:set>
                                    <p:anim calcmode="lin" valueType="num">
                                      <p:cBhvr additive="base">
                                        <p:cTn id="7" dur="500" fill="hold"/>
                                        <p:tgtEl>
                                          <p:spTgt spid="7">
                                            <p:graphicEl>
                                              <a:dgm id="{221B980A-D16B-495A-8371-D5E1EFA12C4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dgm id="{221B980A-D16B-495A-8371-D5E1EFA12C42}"/>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graphicEl>
                                              <a:dgm id="{049E2C5B-879E-4A59-ADBD-4F6EB0802278}"/>
                                            </p:graphicEl>
                                          </p:spTgt>
                                        </p:tgtEl>
                                        <p:attrNameLst>
                                          <p:attrName>style.visibility</p:attrName>
                                        </p:attrNameLst>
                                      </p:cBhvr>
                                      <p:to>
                                        <p:strVal val="visible"/>
                                      </p:to>
                                    </p:set>
                                    <p:anim calcmode="lin" valueType="num">
                                      <p:cBhvr additive="base">
                                        <p:cTn id="11" dur="500" fill="hold"/>
                                        <p:tgtEl>
                                          <p:spTgt spid="7">
                                            <p:graphicEl>
                                              <a:dgm id="{049E2C5B-879E-4A59-ADBD-4F6EB080227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graphicEl>
                                              <a:dgm id="{049E2C5B-879E-4A59-ADBD-4F6EB0802278}"/>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graphicEl>
                                              <a:dgm id="{0E7004D1-E393-473B-856F-AB564D0D221C}"/>
                                            </p:graphicEl>
                                          </p:spTgt>
                                        </p:tgtEl>
                                        <p:attrNameLst>
                                          <p:attrName>style.visibility</p:attrName>
                                        </p:attrNameLst>
                                      </p:cBhvr>
                                      <p:to>
                                        <p:strVal val="visible"/>
                                      </p:to>
                                    </p:set>
                                    <p:anim calcmode="lin" valueType="num">
                                      <p:cBhvr additive="base">
                                        <p:cTn id="17" dur="500" fill="hold"/>
                                        <p:tgtEl>
                                          <p:spTgt spid="7">
                                            <p:graphicEl>
                                              <a:dgm id="{0E7004D1-E393-473B-856F-AB564D0D221C}"/>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graphicEl>
                                              <a:dgm id="{0E7004D1-E393-473B-856F-AB564D0D221C}"/>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graphicEl>
                                              <a:dgm id="{8F09B247-DA58-4C10-92B9-C2CDDD5A0076}"/>
                                            </p:graphicEl>
                                          </p:spTgt>
                                        </p:tgtEl>
                                        <p:attrNameLst>
                                          <p:attrName>style.visibility</p:attrName>
                                        </p:attrNameLst>
                                      </p:cBhvr>
                                      <p:to>
                                        <p:strVal val="visible"/>
                                      </p:to>
                                    </p:set>
                                    <p:anim calcmode="lin" valueType="num">
                                      <p:cBhvr additive="base">
                                        <p:cTn id="21" dur="500" fill="hold"/>
                                        <p:tgtEl>
                                          <p:spTgt spid="7">
                                            <p:graphicEl>
                                              <a:dgm id="{8F09B247-DA58-4C10-92B9-C2CDDD5A0076}"/>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graphicEl>
                                              <a:dgm id="{8F09B247-DA58-4C10-92B9-C2CDDD5A0076}"/>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graphicEl>
                                              <a:dgm id="{2254DF84-00EF-45FE-AF89-5EE39B40B6A3}"/>
                                            </p:graphicEl>
                                          </p:spTgt>
                                        </p:tgtEl>
                                        <p:attrNameLst>
                                          <p:attrName>style.visibility</p:attrName>
                                        </p:attrNameLst>
                                      </p:cBhvr>
                                      <p:to>
                                        <p:strVal val="visible"/>
                                      </p:to>
                                    </p:set>
                                    <p:anim calcmode="lin" valueType="num">
                                      <p:cBhvr additive="base">
                                        <p:cTn id="27" dur="500" fill="hold"/>
                                        <p:tgtEl>
                                          <p:spTgt spid="7">
                                            <p:graphicEl>
                                              <a:dgm id="{2254DF84-00EF-45FE-AF89-5EE39B40B6A3}"/>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graphicEl>
                                              <a:dgm id="{2254DF84-00EF-45FE-AF89-5EE39B40B6A3}"/>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graphicEl>
                                              <a:dgm id="{2409EDEA-D9AD-4728-BA3A-51A678E909ED}"/>
                                            </p:graphicEl>
                                          </p:spTgt>
                                        </p:tgtEl>
                                        <p:attrNameLst>
                                          <p:attrName>style.visibility</p:attrName>
                                        </p:attrNameLst>
                                      </p:cBhvr>
                                      <p:to>
                                        <p:strVal val="visible"/>
                                      </p:to>
                                    </p:set>
                                    <p:anim calcmode="lin" valueType="num">
                                      <p:cBhvr additive="base">
                                        <p:cTn id="31" dur="500" fill="hold"/>
                                        <p:tgtEl>
                                          <p:spTgt spid="7">
                                            <p:graphicEl>
                                              <a:dgm id="{2409EDEA-D9AD-4728-BA3A-51A678E909ED}"/>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graphicEl>
                                              <a:dgm id="{2409EDEA-D9AD-4728-BA3A-51A678E909ED}"/>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graphicEl>
                                              <a:dgm id="{EB8C643C-F453-4815-B82D-084AB4B4F071}"/>
                                            </p:graphicEl>
                                          </p:spTgt>
                                        </p:tgtEl>
                                        <p:attrNameLst>
                                          <p:attrName>style.visibility</p:attrName>
                                        </p:attrNameLst>
                                      </p:cBhvr>
                                      <p:to>
                                        <p:strVal val="visible"/>
                                      </p:to>
                                    </p:set>
                                    <p:anim calcmode="lin" valueType="num">
                                      <p:cBhvr additive="base">
                                        <p:cTn id="37" dur="500" fill="hold"/>
                                        <p:tgtEl>
                                          <p:spTgt spid="7">
                                            <p:graphicEl>
                                              <a:dgm id="{EB8C643C-F453-4815-B82D-084AB4B4F07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graphicEl>
                                              <a:dgm id="{EB8C643C-F453-4815-B82D-084AB4B4F071}"/>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
                                            <p:graphicEl>
                                              <a:dgm id="{CB829851-82E4-4750-9174-7E3ECB0CD92B}"/>
                                            </p:graphicEl>
                                          </p:spTgt>
                                        </p:tgtEl>
                                        <p:attrNameLst>
                                          <p:attrName>style.visibility</p:attrName>
                                        </p:attrNameLst>
                                      </p:cBhvr>
                                      <p:to>
                                        <p:strVal val="visible"/>
                                      </p:to>
                                    </p:set>
                                    <p:anim calcmode="lin" valueType="num">
                                      <p:cBhvr additive="base">
                                        <p:cTn id="41" dur="500" fill="hold"/>
                                        <p:tgtEl>
                                          <p:spTgt spid="7">
                                            <p:graphicEl>
                                              <a:dgm id="{CB829851-82E4-4750-9174-7E3ECB0CD92B}"/>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graphicEl>
                                              <a:dgm id="{CB829851-82E4-4750-9174-7E3ECB0CD92B}"/>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graphicEl>
                                              <a:dgm id="{B9757EA8-0084-454D-A1D8-81AC223009B4}"/>
                                            </p:graphicEl>
                                          </p:spTgt>
                                        </p:tgtEl>
                                        <p:attrNameLst>
                                          <p:attrName>style.visibility</p:attrName>
                                        </p:attrNameLst>
                                      </p:cBhvr>
                                      <p:to>
                                        <p:strVal val="visible"/>
                                      </p:to>
                                    </p:set>
                                    <p:anim calcmode="lin" valueType="num">
                                      <p:cBhvr additive="base">
                                        <p:cTn id="47" dur="500" fill="hold"/>
                                        <p:tgtEl>
                                          <p:spTgt spid="7">
                                            <p:graphicEl>
                                              <a:dgm id="{B9757EA8-0084-454D-A1D8-81AC223009B4}"/>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graphicEl>
                                              <a:dgm id="{B9757EA8-0084-454D-A1D8-81AC223009B4}"/>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7">
                                            <p:graphicEl>
                                              <a:dgm id="{6ED4F0CD-FF0A-4AFC-B57C-A920E73D09EC}"/>
                                            </p:graphicEl>
                                          </p:spTgt>
                                        </p:tgtEl>
                                        <p:attrNameLst>
                                          <p:attrName>style.visibility</p:attrName>
                                        </p:attrNameLst>
                                      </p:cBhvr>
                                      <p:to>
                                        <p:strVal val="visible"/>
                                      </p:to>
                                    </p:set>
                                    <p:anim calcmode="lin" valueType="num">
                                      <p:cBhvr additive="base">
                                        <p:cTn id="51" dur="500" fill="hold"/>
                                        <p:tgtEl>
                                          <p:spTgt spid="7">
                                            <p:graphicEl>
                                              <a:dgm id="{6ED4F0CD-FF0A-4AFC-B57C-A920E73D09EC}"/>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graphicEl>
                                              <a:dgm id="{6ED4F0CD-FF0A-4AFC-B57C-A920E73D09EC}"/>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graphicEl>
                                              <a:dgm id="{9156AD25-5992-40DA-810C-15216EEC3D4B}"/>
                                            </p:graphicEl>
                                          </p:spTgt>
                                        </p:tgtEl>
                                        <p:attrNameLst>
                                          <p:attrName>style.visibility</p:attrName>
                                        </p:attrNameLst>
                                      </p:cBhvr>
                                      <p:to>
                                        <p:strVal val="visible"/>
                                      </p:to>
                                    </p:set>
                                    <p:anim calcmode="lin" valueType="num">
                                      <p:cBhvr additive="base">
                                        <p:cTn id="57" dur="500" fill="hold"/>
                                        <p:tgtEl>
                                          <p:spTgt spid="7">
                                            <p:graphicEl>
                                              <a:dgm id="{9156AD25-5992-40DA-810C-15216EEC3D4B}"/>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7">
                                            <p:graphicEl>
                                              <a:dgm id="{9156AD25-5992-40DA-810C-15216EEC3D4B}"/>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
                                            <p:graphicEl>
                                              <a:dgm id="{6C4D2252-0B42-476E-8758-008F121B8911}"/>
                                            </p:graphicEl>
                                          </p:spTgt>
                                        </p:tgtEl>
                                        <p:attrNameLst>
                                          <p:attrName>style.visibility</p:attrName>
                                        </p:attrNameLst>
                                      </p:cBhvr>
                                      <p:to>
                                        <p:strVal val="visible"/>
                                      </p:to>
                                    </p:set>
                                    <p:anim calcmode="lin" valueType="num">
                                      <p:cBhvr additive="base">
                                        <p:cTn id="61" dur="500" fill="hold"/>
                                        <p:tgtEl>
                                          <p:spTgt spid="7">
                                            <p:graphicEl>
                                              <a:dgm id="{6C4D2252-0B42-476E-8758-008F121B8911}"/>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graphicEl>
                                              <a:dgm id="{6C4D2252-0B42-476E-8758-008F121B8911}"/>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
                                            <p:graphicEl>
                                              <a:dgm id="{044F40D0-95CB-4510-9460-6B3EB9982646}"/>
                                            </p:graphicEl>
                                          </p:spTgt>
                                        </p:tgtEl>
                                        <p:attrNameLst>
                                          <p:attrName>style.visibility</p:attrName>
                                        </p:attrNameLst>
                                      </p:cBhvr>
                                      <p:to>
                                        <p:strVal val="visible"/>
                                      </p:to>
                                    </p:set>
                                    <p:anim calcmode="lin" valueType="num">
                                      <p:cBhvr additive="base">
                                        <p:cTn id="67" dur="500" fill="hold"/>
                                        <p:tgtEl>
                                          <p:spTgt spid="7">
                                            <p:graphicEl>
                                              <a:dgm id="{044F40D0-95CB-4510-9460-6B3EB9982646}"/>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7">
                                            <p:graphicEl>
                                              <a:dgm id="{044F40D0-95CB-4510-9460-6B3EB9982646}"/>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7">
                                            <p:graphicEl>
                                              <a:dgm id="{1F28ACF1-1B7E-44B3-8E94-6CAD098787D4}"/>
                                            </p:graphicEl>
                                          </p:spTgt>
                                        </p:tgtEl>
                                        <p:attrNameLst>
                                          <p:attrName>style.visibility</p:attrName>
                                        </p:attrNameLst>
                                      </p:cBhvr>
                                      <p:to>
                                        <p:strVal val="visible"/>
                                      </p:to>
                                    </p:set>
                                    <p:anim calcmode="lin" valueType="num">
                                      <p:cBhvr additive="base">
                                        <p:cTn id="71" dur="500" fill="hold"/>
                                        <p:tgtEl>
                                          <p:spTgt spid="7">
                                            <p:graphicEl>
                                              <a:dgm id="{1F28ACF1-1B7E-44B3-8E94-6CAD098787D4}"/>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7">
                                            <p:graphicEl>
                                              <a:dgm id="{1F28ACF1-1B7E-44B3-8E94-6CAD098787D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00C843-DE44-2BB1-3863-B530D37BE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1CD7C-AC4F-9621-62C8-6E076C76C7A5}"/>
              </a:ext>
            </a:extLst>
          </p:cNvPr>
          <p:cNvSpPr>
            <a:spLocks noGrp="1"/>
          </p:cNvSpPr>
          <p:nvPr>
            <p:ph type="title"/>
          </p:nvPr>
        </p:nvSpPr>
        <p:spPr>
          <a:xfrm>
            <a:off x="646113" y="452720"/>
            <a:ext cx="9404723" cy="846693"/>
          </a:xfrm>
        </p:spPr>
        <p:txBody>
          <a:bodyPr>
            <a:normAutofit/>
          </a:bodyPr>
          <a:lstStyle/>
          <a:p>
            <a:r>
              <a:rPr lang="tr-TR" sz="4000" dirty="0"/>
              <a:t>Let’s make an example</a:t>
            </a:r>
          </a:p>
        </p:txBody>
      </p:sp>
      <p:graphicFrame>
        <p:nvGraphicFramePr>
          <p:cNvPr id="7" name="Content Placeholder 4">
            <a:extLst>
              <a:ext uri="{FF2B5EF4-FFF2-40B4-BE49-F238E27FC236}">
                <a16:creationId xmlns:a16="http://schemas.microsoft.com/office/drawing/2014/main" id="{CDC21E4F-2063-EF1A-7375-80C25CB19172}"/>
              </a:ext>
            </a:extLst>
          </p:cNvPr>
          <p:cNvGraphicFramePr>
            <a:graphicFrameLocks noGrp="1"/>
          </p:cNvGraphicFramePr>
          <p:nvPr>
            <p:ph idx="1"/>
            <p:extLst>
              <p:ext uri="{D42A27DB-BD31-4B8C-83A1-F6EECF244321}">
                <p14:modId xmlns:p14="http://schemas.microsoft.com/office/powerpoint/2010/main" val="2548561692"/>
              </p:ext>
            </p:extLst>
          </p:nvPr>
        </p:nvGraphicFramePr>
        <p:xfrm>
          <a:off x="1103314" y="1299417"/>
          <a:ext cx="10706885" cy="5236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434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dgm id="{537A850D-10A7-4E6F-826E-065FBF1C31EB}"/>
                                            </p:graphicEl>
                                          </p:spTgt>
                                        </p:tgtEl>
                                        <p:attrNameLst>
                                          <p:attrName>style.visibility</p:attrName>
                                        </p:attrNameLst>
                                      </p:cBhvr>
                                      <p:to>
                                        <p:strVal val="visible"/>
                                      </p:to>
                                    </p:set>
                                    <p:anim calcmode="lin" valueType="num">
                                      <p:cBhvr additive="base">
                                        <p:cTn id="7" dur="500" fill="hold"/>
                                        <p:tgtEl>
                                          <p:spTgt spid="7">
                                            <p:graphicEl>
                                              <a:dgm id="{537A850D-10A7-4E6F-826E-065FBF1C31E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dgm id="{537A850D-10A7-4E6F-826E-065FBF1C31EB}"/>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graphicEl>
                                              <a:dgm id="{9DFA03AE-4393-4E6B-BEE7-D15AF24BBFE5}"/>
                                            </p:graphicEl>
                                          </p:spTgt>
                                        </p:tgtEl>
                                        <p:attrNameLst>
                                          <p:attrName>style.visibility</p:attrName>
                                        </p:attrNameLst>
                                      </p:cBhvr>
                                      <p:to>
                                        <p:strVal val="visible"/>
                                      </p:to>
                                    </p:set>
                                    <p:anim calcmode="lin" valueType="num">
                                      <p:cBhvr additive="base">
                                        <p:cTn id="11" dur="500" fill="hold"/>
                                        <p:tgtEl>
                                          <p:spTgt spid="7">
                                            <p:graphicEl>
                                              <a:dgm id="{9DFA03AE-4393-4E6B-BEE7-D15AF24BBFE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graphicEl>
                                              <a:dgm id="{9DFA03AE-4393-4E6B-BEE7-D15AF24BBFE5}"/>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graphicEl>
                                              <a:dgm id="{BFC0E88D-7AA5-4E30-A3B6-3C0798387A62}"/>
                                            </p:graphicEl>
                                          </p:spTgt>
                                        </p:tgtEl>
                                        <p:attrNameLst>
                                          <p:attrName>style.visibility</p:attrName>
                                        </p:attrNameLst>
                                      </p:cBhvr>
                                      <p:to>
                                        <p:strVal val="visible"/>
                                      </p:to>
                                    </p:set>
                                    <p:anim calcmode="lin" valueType="num">
                                      <p:cBhvr additive="base">
                                        <p:cTn id="17" dur="500" fill="hold"/>
                                        <p:tgtEl>
                                          <p:spTgt spid="7">
                                            <p:graphicEl>
                                              <a:dgm id="{BFC0E88D-7AA5-4E30-A3B6-3C0798387A6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graphicEl>
                                              <a:dgm id="{BFC0E88D-7AA5-4E30-A3B6-3C0798387A62}"/>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graphicEl>
                                              <a:dgm id="{109E9B4C-203B-4F2B-B9D5-33A330F5112B}"/>
                                            </p:graphicEl>
                                          </p:spTgt>
                                        </p:tgtEl>
                                        <p:attrNameLst>
                                          <p:attrName>style.visibility</p:attrName>
                                        </p:attrNameLst>
                                      </p:cBhvr>
                                      <p:to>
                                        <p:strVal val="visible"/>
                                      </p:to>
                                    </p:set>
                                    <p:anim calcmode="lin" valueType="num">
                                      <p:cBhvr additive="base">
                                        <p:cTn id="21" dur="500" fill="hold"/>
                                        <p:tgtEl>
                                          <p:spTgt spid="7">
                                            <p:graphicEl>
                                              <a:dgm id="{109E9B4C-203B-4F2B-B9D5-33A330F5112B}"/>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graphicEl>
                                              <a:dgm id="{109E9B4C-203B-4F2B-B9D5-33A330F5112B}"/>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graphicEl>
                                              <a:dgm id="{78093CBF-7E2D-4D7F-A67F-70A109A67E02}"/>
                                            </p:graphicEl>
                                          </p:spTgt>
                                        </p:tgtEl>
                                        <p:attrNameLst>
                                          <p:attrName>style.visibility</p:attrName>
                                        </p:attrNameLst>
                                      </p:cBhvr>
                                      <p:to>
                                        <p:strVal val="visible"/>
                                      </p:to>
                                    </p:set>
                                    <p:anim calcmode="lin" valueType="num">
                                      <p:cBhvr additive="base">
                                        <p:cTn id="27" dur="500" fill="hold"/>
                                        <p:tgtEl>
                                          <p:spTgt spid="7">
                                            <p:graphicEl>
                                              <a:dgm id="{78093CBF-7E2D-4D7F-A67F-70A109A67E02}"/>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graphicEl>
                                              <a:dgm id="{78093CBF-7E2D-4D7F-A67F-70A109A67E02}"/>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graphicEl>
                                              <a:dgm id="{E2775353-79AF-4BB1-9763-ACD5EED18306}"/>
                                            </p:graphicEl>
                                          </p:spTgt>
                                        </p:tgtEl>
                                        <p:attrNameLst>
                                          <p:attrName>style.visibility</p:attrName>
                                        </p:attrNameLst>
                                      </p:cBhvr>
                                      <p:to>
                                        <p:strVal val="visible"/>
                                      </p:to>
                                    </p:set>
                                    <p:anim calcmode="lin" valueType="num">
                                      <p:cBhvr additive="base">
                                        <p:cTn id="31" dur="500" fill="hold"/>
                                        <p:tgtEl>
                                          <p:spTgt spid="7">
                                            <p:graphicEl>
                                              <a:dgm id="{E2775353-79AF-4BB1-9763-ACD5EED1830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graphicEl>
                                              <a:dgm id="{E2775353-79AF-4BB1-9763-ACD5EED18306}"/>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graphicEl>
                                              <a:dgm id="{44F0ABB0-65BB-4938-A9B2-331690F06A6A}"/>
                                            </p:graphicEl>
                                          </p:spTgt>
                                        </p:tgtEl>
                                        <p:attrNameLst>
                                          <p:attrName>style.visibility</p:attrName>
                                        </p:attrNameLst>
                                      </p:cBhvr>
                                      <p:to>
                                        <p:strVal val="visible"/>
                                      </p:to>
                                    </p:set>
                                    <p:anim calcmode="lin" valueType="num">
                                      <p:cBhvr additive="base">
                                        <p:cTn id="37" dur="500" fill="hold"/>
                                        <p:tgtEl>
                                          <p:spTgt spid="7">
                                            <p:graphicEl>
                                              <a:dgm id="{44F0ABB0-65BB-4938-A9B2-331690F06A6A}"/>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graphicEl>
                                              <a:dgm id="{44F0ABB0-65BB-4938-A9B2-331690F06A6A}"/>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
                                            <p:graphicEl>
                                              <a:dgm id="{2901D472-7B62-4DE9-BD56-B7C748CE76EA}"/>
                                            </p:graphicEl>
                                          </p:spTgt>
                                        </p:tgtEl>
                                        <p:attrNameLst>
                                          <p:attrName>style.visibility</p:attrName>
                                        </p:attrNameLst>
                                      </p:cBhvr>
                                      <p:to>
                                        <p:strVal val="visible"/>
                                      </p:to>
                                    </p:set>
                                    <p:anim calcmode="lin" valueType="num">
                                      <p:cBhvr additive="base">
                                        <p:cTn id="41" dur="500" fill="hold"/>
                                        <p:tgtEl>
                                          <p:spTgt spid="7">
                                            <p:graphicEl>
                                              <a:dgm id="{2901D472-7B62-4DE9-BD56-B7C748CE76EA}"/>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graphicEl>
                                              <a:dgm id="{2901D472-7B62-4DE9-BD56-B7C748CE76EA}"/>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graphicEl>
                                              <a:dgm id="{3FEA2086-076B-445F-90DA-8A4DDDB35422}"/>
                                            </p:graphicEl>
                                          </p:spTgt>
                                        </p:tgtEl>
                                        <p:attrNameLst>
                                          <p:attrName>style.visibility</p:attrName>
                                        </p:attrNameLst>
                                      </p:cBhvr>
                                      <p:to>
                                        <p:strVal val="visible"/>
                                      </p:to>
                                    </p:set>
                                    <p:anim calcmode="lin" valueType="num">
                                      <p:cBhvr additive="base">
                                        <p:cTn id="47" dur="500" fill="hold"/>
                                        <p:tgtEl>
                                          <p:spTgt spid="7">
                                            <p:graphicEl>
                                              <a:dgm id="{3FEA2086-076B-445F-90DA-8A4DDDB35422}"/>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graphicEl>
                                              <a:dgm id="{3FEA2086-076B-445F-90DA-8A4DDDB35422}"/>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7">
                                            <p:graphicEl>
                                              <a:dgm id="{6067C11A-DB31-4594-9B13-FA08081B63C0}"/>
                                            </p:graphicEl>
                                          </p:spTgt>
                                        </p:tgtEl>
                                        <p:attrNameLst>
                                          <p:attrName>style.visibility</p:attrName>
                                        </p:attrNameLst>
                                      </p:cBhvr>
                                      <p:to>
                                        <p:strVal val="visible"/>
                                      </p:to>
                                    </p:set>
                                    <p:anim calcmode="lin" valueType="num">
                                      <p:cBhvr additive="base">
                                        <p:cTn id="51" dur="500" fill="hold"/>
                                        <p:tgtEl>
                                          <p:spTgt spid="7">
                                            <p:graphicEl>
                                              <a:dgm id="{6067C11A-DB31-4594-9B13-FA08081B63C0}"/>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graphicEl>
                                              <a:dgm id="{6067C11A-DB31-4594-9B13-FA08081B63C0}"/>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graphicEl>
                                              <a:dgm id="{429CEE5A-DAFB-4484-9E6A-F56FE444366A}"/>
                                            </p:graphicEl>
                                          </p:spTgt>
                                        </p:tgtEl>
                                        <p:attrNameLst>
                                          <p:attrName>style.visibility</p:attrName>
                                        </p:attrNameLst>
                                      </p:cBhvr>
                                      <p:to>
                                        <p:strVal val="visible"/>
                                      </p:to>
                                    </p:set>
                                    <p:anim calcmode="lin" valueType="num">
                                      <p:cBhvr additive="base">
                                        <p:cTn id="57" dur="500" fill="hold"/>
                                        <p:tgtEl>
                                          <p:spTgt spid="7">
                                            <p:graphicEl>
                                              <a:dgm id="{429CEE5A-DAFB-4484-9E6A-F56FE444366A}"/>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7">
                                            <p:graphicEl>
                                              <a:dgm id="{429CEE5A-DAFB-4484-9E6A-F56FE444366A}"/>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
                                            <p:graphicEl>
                                              <a:dgm id="{0B8798EF-8803-4837-AAB3-4CB562210CD6}"/>
                                            </p:graphicEl>
                                          </p:spTgt>
                                        </p:tgtEl>
                                        <p:attrNameLst>
                                          <p:attrName>style.visibility</p:attrName>
                                        </p:attrNameLst>
                                      </p:cBhvr>
                                      <p:to>
                                        <p:strVal val="visible"/>
                                      </p:to>
                                    </p:set>
                                    <p:anim calcmode="lin" valueType="num">
                                      <p:cBhvr additive="base">
                                        <p:cTn id="61" dur="500" fill="hold"/>
                                        <p:tgtEl>
                                          <p:spTgt spid="7">
                                            <p:graphicEl>
                                              <a:dgm id="{0B8798EF-8803-4837-AAB3-4CB562210CD6}"/>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graphicEl>
                                              <a:dgm id="{0B8798EF-8803-4837-AAB3-4CB562210CD6}"/>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
                                            <p:graphicEl>
                                              <a:dgm id="{D2EDA58D-044A-4F68-9BD0-ADFD7762C0C3}"/>
                                            </p:graphicEl>
                                          </p:spTgt>
                                        </p:tgtEl>
                                        <p:attrNameLst>
                                          <p:attrName>style.visibility</p:attrName>
                                        </p:attrNameLst>
                                      </p:cBhvr>
                                      <p:to>
                                        <p:strVal val="visible"/>
                                      </p:to>
                                    </p:set>
                                    <p:anim calcmode="lin" valueType="num">
                                      <p:cBhvr additive="base">
                                        <p:cTn id="67" dur="500" fill="hold"/>
                                        <p:tgtEl>
                                          <p:spTgt spid="7">
                                            <p:graphicEl>
                                              <a:dgm id="{D2EDA58D-044A-4F68-9BD0-ADFD7762C0C3}"/>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7">
                                            <p:graphicEl>
                                              <a:dgm id="{D2EDA58D-044A-4F68-9BD0-ADFD7762C0C3}"/>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7">
                                            <p:graphicEl>
                                              <a:dgm id="{7D3B7343-678A-4A77-89FA-67C2E91B3E0F}"/>
                                            </p:graphicEl>
                                          </p:spTgt>
                                        </p:tgtEl>
                                        <p:attrNameLst>
                                          <p:attrName>style.visibility</p:attrName>
                                        </p:attrNameLst>
                                      </p:cBhvr>
                                      <p:to>
                                        <p:strVal val="visible"/>
                                      </p:to>
                                    </p:set>
                                    <p:anim calcmode="lin" valueType="num">
                                      <p:cBhvr additive="base">
                                        <p:cTn id="71" dur="500" fill="hold"/>
                                        <p:tgtEl>
                                          <p:spTgt spid="7">
                                            <p:graphicEl>
                                              <a:dgm id="{7D3B7343-678A-4A77-89FA-67C2E91B3E0F}"/>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7">
                                            <p:graphicEl>
                                              <a:dgm id="{7D3B7343-678A-4A77-89FA-67C2E91B3E0F}"/>
                                            </p:graphic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7">
                                            <p:graphicEl>
                                              <a:dgm id="{77C9C9F4-2189-496D-B4D2-22E48136BCE5}"/>
                                            </p:graphicEl>
                                          </p:spTgt>
                                        </p:tgtEl>
                                        <p:attrNameLst>
                                          <p:attrName>style.visibility</p:attrName>
                                        </p:attrNameLst>
                                      </p:cBhvr>
                                      <p:to>
                                        <p:strVal val="visible"/>
                                      </p:to>
                                    </p:set>
                                    <p:anim calcmode="lin" valueType="num">
                                      <p:cBhvr additive="base">
                                        <p:cTn id="77" dur="500" fill="hold"/>
                                        <p:tgtEl>
                                          <p:spTgt spid="7">
                                            <p:graphicEl>
                                              <a:dgm id="{77C9C9F4-2189-496D-B4D2-22E48136BCE5}"/>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7">
                                            <p:graphicEl>
                                              <a:dgm id="{77C9C9F4-2189-496D-B4D2-22E48136BCE5}"/>
                                            </p:graphic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7">
                                            <p:graphicEl>
                                              <a:dgm id="{8CC070DA-A5EA-4128-B793-9AFC9BA672DE}"/>
                                            </p:graphicEl>
                                          </p:spTgt>
                                        </p:tgtEl>
                                        <p:attrNameLst>
                                          <p:attrName>style.visibility</p:attrName>
                                        </p:attrNameLst>
                                      </p:cBhvr>
                                      <p:to>
                                        <p:strVal val="visible"/>
                                      </p:to>
                                    </p:set>
                                    <p:anim calcmode="lin" valueType="num">
                                      <p:cBhvr additive="base">
                                        <p:cTn id="81" dur="500" fill="hold"/>
                                        <p:tgtEl>
                                          <p:spTgt spid="7">
                                            <p:graphicEl>
                                              <a:dgm id="{8CC070DA-A5EA-4128-B793-9AFC9BA672DE}"/>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7">
                                            <p:graphicEl>
                                              <a:dgm id="{8CC070DA-A5EA-4128-B793-9AFC9BA672D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80AF46F-FF3E-AF5C-77CF-FEA97116F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3698D-F491-0024-AC81-4C7ED18098C9}"/>
              </a:ext>
            </a:extLst>
          </p:cNvPr>
          <p:cNvSpPr>
            <a:spLocks noGrp="1"/>
          </p:cNvSpPr>
          <p:nvPr>
            <p:ph type="title"/>
          </p:nvPr>
        </p:nvSpPr>
        <p:spPr/>
        <p:txBody>
          <a:bodyPr>
            <a:normAutofit/>
          </a:bodyPr>
          <a:lstStyle/>
          <a:p>
            <a:r>
              <a:rPr lang="tr-TR" dirty="0">
                <a:solidFill>
                  <a:srgbClr val="EBEBEB"/>
                </a:solidFill>
              </a:rPr>
              <a:t>1st Day : Backend</a:t>
            </a:r>
          </a:p>
        </p:txBody>
      </p:sp>
      <p:sp>
        <p:nvSpPr>
          <p:cNvPr id="4" name="Content Placeholder 3">
            <a:extLst>
              <a:ext uri="{FF2B5EF4-FFF2-40B4-BE49-F238E27FC236}">
                <a16:creationId xmlns:a16="http://schemas.microsoft.com/office/drawing/2014/main" id="{468C89F0-F398-1708-4018-6E70BB5C938C}"/>
              </a:ext>
            </a:extLst>
          </p:cNvPr>
          <p:cNvSpPr>
            <a:spLocks noGrp="1"/>
          </p:cNvSpPr>
          <p:nvPr>
            <p:ph idx="1"/>
          </p:nvPr>
        </p:nvSpPr>
        <p:spPr/>
        <p:txBody>
          <a:bodyPr>
            <a:normAutofit/>
          </a:bodyPr>
          <a:lstStyle/>
          <a:p>
            <a:r>
              <a:rPr lang="tr-TR" dirty="0">
                <a:solidFill>
                  <a:schemeClr val="bg1"/>
                </a:solidFill>
              </a:rPr>
              <a:t>Web API</a:t>
            </a:r>
          </a:p>
          <a:p>
            <a:r>
              <a:rPr lang="tr-TR" dirty="0">
                <a:solidFill>
                  <a:schemeClr val="bg1"/>
                </a:solidFill>
              </a:rPr>
              <a:t>Services with Domain Models</a:t>
            </a:r>
          </a:p>
          <a:p>
            <a:r>
              <a:rPr lang="tr-TR" dirty="0">
                <a:solidFill>
                  <a:schemeClr val="bg1"/>
                </a:solidFill>
              </a:rPr>
              <a:t>Providers with Database Entities</a:t>
            </a:r>
          </a:p>
          <a:p>
            <a:r>
              <a:rPr lang="tr-TR" dirty="0">
                <a:solidFill>
                  <a:schemeClr val="bg1"/>
                </a:solidFill>
              </a:rPr>
              <a:t>Entity Framework scraffolding the Database</a:t>
            </a:r>
          </a:p>
          <a:p>
            <a:r>
              <a:rPr lang="tr-TR" dirty="0">
                <a:solidFill>
                  <a:schemeClr val="bg1"/>
                </a:solidFill>
              </a:rPr>
              <a:t>MS-SQL Database server.</a:t>
            </a:r>
            <a:endParaRPr lang="en-US" dirty="0">
              <a:solidFill>
                <a:schemeClr val="bg1"/>
              </a:solidFill>
            </a:endParaRPr>
          </a:p>
        </p:txBody>
      </p:sp>
      <p:pic>
        <p:nvPicPr>
          <p:cNvPr id="8" name="Graphic 7" descr="Database">
            <a:extLst>
              <a:ext uri="{FF2B5EF4-FFF2-40B4-BE49-F238E27FC236}">
                <a16:creationId xmlns:a16="http://schemas.microsoft.com/office/drawing/2014/main" id="{231B4F2E-009F-CBDC-ED02-5B782F8E37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6723" y="2548284"/>
            <a:ext cx="3662019" cy="3662019"/>
          </a:xfrm>
          <a:prstGeom prst="rect">
            <a:avLst/>
          </a:prstGeom>
          <a:effectLst/>
        </p:spPr>
      </p:pic>
    </p:spTree>
    <p:extLst>
      <p:ext uri="{BB962C8B-B14F-4D97-AF65-F5344CB8AC3E}">
        <p14:creationId xmlns:p14="http://schemas.microsoft.com/office/powerpoint/2010/main" val="3163644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C9A6CB-8668-301E-BA18-F670429C8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D07DA-31CC-1C4F-BD33-212C307BE13A}"/>
              </a:ext>
            </a:extLst>
          </p:cNvPr>
          <p:cNvSpPr>
            <a:spLocks noGrp="1"/>
          </p:cNvSpPr>
          <p:nvPr>
            <p:ph type="title"/>
          </p:nvPr>
        </p:nvSpPr>
        <p:spPr/>
        <p:txBody>
          <a:bodyPr>
            <a:normAutofit/>
          </a:bodyPr>
          <a:lstStyle/>
          <a:p>
            <a:r>
              <a:rPr lang="tr-TR">
                <a:solidFill>
                  <a:srgbClr val="EBEBEB"/>
                </a:solidFill>
              </a:rPr>
              <a:t>2nd Day : Frontend</a:t>
            </a:r>
            <a:endParaRPr lang="tr-TR" dirty="0">
              <a:solidFill>
                <a:srgbClr val="EBEBEB"/>
              </a:solidFill>
            </a:endParaRPr>
          </a:p>
        </p:txBody>
      </p:sp>
      <p:sp>
        <p:nvSpPr>
          <p:cNvPr id="4" name="Content Placeholder 3">
            <a:extLst>
              <a:ext uri="{FF2B5EF4-FFF2-40B4-BE49-F238E27FC236}">
                <a16:creationId xmlns:a16="http://schemas.microsoft.com/office/drawing/2014/main" id="{1FBA5177-E969-6BC5-B80B-F3F1D4D93D8B}"/>
              </a:ext>
            </a:extLst>
          </p:cNvPr>
          <p:cNvSpPr>
            <a:spLocks noGrp="1"/>
          </p:cNvSpPr>
          <p:nvPr>
            <p:ph idx="1"/>
          </p:nvPr>
        </p:nvSpPr>
        <p:spPr/>
        <p:txBody>
          <a:bodyPr>
            <a:normAutofit/>
          </a:bodyPr>
          <a:lstStyle/>
          <a:p>
            <a:r>
              <a:rPr lang="tr-TR" dirty="0">
                <a:solidFill>
                  <a:schemeClr val="bg1"/>
                </a:solidFill>
              </a:rPr>
              <a:t>Next JS</a:t>
            </a:r>
          </a:p>
          <a:p>
            <a:r>
              <a:rPr lang="tr-TR" dirty="0">
                <a:solidFill>
                  <a:schemeClr val="bg1"/>
                </a:solidFill>
              </a:rPr>
              <a:t>React</a:t>
            </a:r>
          </a:p>
        </p:txBody>
      </p:sp>
      <p:pic>
        <p:nvPicPr>
          <p:cNvPr id="2050" name="Picture 2" descr="Migrating a Create-React-App to NextJS | by Moleseng Mokgosi | Better  Programming">
            <a:extLst>
              <a:ext uri="{FF2B5EF4-FFF2-40B4-BE49-F238E27FC236}">
                <a16:creationId xmlns:a16="http://schemas.microsoft.com/office/drawing/2014/main" id="{6A4A76A7-95A0-2339-101D-0C7BE7D7ED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4516" y="2642992"/>
            <a:ext cx="3677033" cy="3677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82041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DF459-046E-381B-F557-703F70C98322}"/>
              </a:ext>
            </a:extLst>
          </p:cNvPr>
          <p:cNvSpPr>
            <a:spLocks noGrp="1"/>
          </p:cNvSpPr>
          <p:nvPr>
            <p:ph type="title"/>
          </p:nvPr>
        </p:nvSpPr>
        <p:spPr/>
        <p:txBody>
          <a:bodyPr/>
          <a:lstStyle/>
          <a:p>
            <a:r>
              <a:rPr lang="tr-TR"/>
              <a:t>Good Luck</a:t>
            </a:r>
            <a:endParaRPr lang="en-US" dirty="0"/>
          </a:p>
        </p:txBody>
      </p:sp>
      <p:graphicFrame>
        <p:nvGraphicFramePr>
          <p:cNvPr id="5" name="Content Placeholder 2">
            <a:extLst>
              <a:ext uri="{FF2B5EF4-FFF2-40B4-BE49-F238E27FC236}">
                <a16:creationId xmlns:a16="http://schemas.microsoft.com/office/drawing/2014/main" id="{E6F83988-ED94-141F-32EB-637FE422D2E1}"/>
              </a:ext>
            </a:extLst>
          </p:cNvPr>
          <p:cNvGraphicFramePr>
            <a:graphicFrameLocks noGrp="1"/>
          </p:cNvGraphicFramePr>
          <p:nvPr>
            <p:ph idx="1"/>
            <p:extLst>
              <p:ext uri="{D42A27DB-BD31-4B8C-83A1-F6EECF244321}">
                <p14:modId xmlns:p14="http://schemas.microsoft.com/office/powerpoint/2010/main" val="1576405773"/>
              </p:ext>
            </p:extLst>
          </p:nvPr>
        </p:nvGraphicFramePr>
        <p:xfrm>
          <a:off x="1103315" y="2052637"/>
          <a:ext cx="8947151" cy="4195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593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5">
                                            <p:graphicEl>
                                              <a:dgm id="{0E85A386-C955-4607-9B9D-39D98E403804}"/>
                                            </p:graphicEl>
                                          </p:spTgt>
                                        </p:tgtEl>
                                        <p:attrNameLst>
                                          <p:attrName>style.color</p:attrName>
                                        </p:attrNameLst>
                                      </p:cBhvr>
                                      <p:to>
                                        <a:schemeClr val="bg1"/>
                                      </p:to>
                                    </p:animClr>
                                    <p:animClr clrSpc="rgb" dir="cw">
                                      <p:cBhvr>
                                        <p:cTn id="7" dur="250" autoRev="1" fill="remove"/>
                                        <p:tgtEl>
                                          <p:spTgt spid="5">
                                            <p:graphicEl>
                                              <a:dgm id="{0E85A386-C955-4607-9B9D-39D98E403804}"/>
                                            </p:graphicEl>
                                          </p:spTgt>
                                        </p:tgtEl>
                                        <p:attrNameLst>
                                          <p:attrName>fillcolor</p:attrName>
                                        </p:attrNameLst>
                                      </p:cBhvr>
                                      <p:to>
                                        <a:schemeClr val="bg1"/>
                                      </p:to>
                                    </p:animClr>
                                    <p:set>
                                      <p:cBhvr>
                                        <p:cTn id="8" dur="250" autoRev="1" fill="remove"/>
                                        <p:tgtEl>
                                          <p:spTgt spid="5">
                                            <p:graphicEl>
                                              <a:dgm id="{0E85A386-C955-4607-9B9D-39D98E403804}"/>
                                            </p:graphicEl>
                                          </p:spTgt>
                                        </p:tgtEl>
                                        <p:attrNameLst>
                                          <p:attrName>fill.type</p:attrName>
                                        </p:attrNameLst>
                                      </p:cBhvr>
                                      <p:to>
                                        <p:strVal val="solid"/>
                                      </p:to>
                                    </p:set>
                                    <p:set>
                                      <p:cBhvr>
                                        <p:cTn id="9" dur="250" autoRev="1" fill="remove"/>
                                        <p:tgtEl>
                                          <p:spTgt spid="5">
                                            <p:graphicEl>
                                              <a:dgm id="{0E85A386-C955-4607-9B9D-39D98E403804}"/>
                                            </p:graphicEl>
                                          </p:spTgt>
                                        </p:tgtEl>
                                        <p:attrNameLst>
                                          <p:attrName>fill.on</p:attrName>
                                        </p:attrNameLst>
                                      </p:cBhvr>
                                      <p:to>
                                        <p:strVal val="true"/>
                                      </p:to>
                                    </p:set>
                                  </p:childTnLst>
                                </p:cTn>
                              </p:par>
                              <p:par>
                                <p:cTn id="10" presetID="27" presetClass="emph" presetSubtype="0" fill="remove" grpId="0" nodeType="withEffect">
                                  <p:stCondLst>
                                    <p:cond delay="0"/>
                                  </p:stCondLst>
                                  <p:childTnLst>
                                    <p:animClr clrSpc="rgb" dir="cw">
                                      <p:cBhvr override="childStyle">
                                        <p:cTn id="11" dur="250" autoRev="1" fill="remove"/>
                                        <p:tgtEl>
                                          <p:spTgt spid="5">
                                            <p:graphicEl>
                                              <a:dgm id="{621D656C-4A4B-4F20-BDD3-699BE738EA03}"/>
                                            </p:graphicEl>
                                          </p:spTgt>
                                        </p:tgtEl>
                                        <p:attrNameLst>
                                          <p:attrName>style.color</p:attrName>
                                        </p:attrNameLst>
                                      </p:cBhvr>
                                      <p:to>
                                        <a:schemeClr val="bg1"/>
                                      </p:to>
                                    </p:animClr>
                                    <p:animClr clrSpc="rgb" dir="cw">
                                      <p:cBhvr>
                                        <p:cTn id="12" dur="250" autoRev="1" fill="remove"/>
                                        <p:tgtEl>
                                          <p:spTgt spid="5">
                                            <p:graphicEl>
                                              <a:dgm id="{621D656C-4A4B-4F20-BDD3-699BE738EA03}"/>
                                            </p:graphicEl>
                                          </p:spTgt>
                                        </p:tgtEl>
                                        <p:attrNameLst>
                                          <p:attrName>fillcolor</p:attrName>
                                        </p:attrNameLst>
                                      </p:cBhvr>
                                      <p:to>
                                        <a:schemeClr val="bg1"/>
                                      </p:to>
                                    </p:animClr>
                                    <p:set>
                                      <p:cBhvr>
                                        <p:cTn id="13" dur="250" autoRev="1" fill="remove"/>
                                        <p:tgtEl>
                                          <p:spTgt spid="5">
                                            <p:graphicEl>
                                              <a:dgm id="{621D656C-4A4B-4F20-BDD3-699BE738EA03}"/>
                                            </p:graphicEl>
                                          </p:spTgt>
                                        </p:tgtEl>
                                        <p:attrNameLst>
                                          <p:attrName>fill.type</p:attrName>
                                        </p:attrNameLst>
                                      </p:cBhvr>
                                      <p:to>
                                        <p:strVal val="solid"/>
                                      </p:to>
                                    </p:set>
                                    <p:set>
                                      <p:cBhvr>
                                        <p:cTn id="14" dur="250" autoRev="1" fill="remove"/>
                                        <p:tgtEl>
                                          <p:spTgt spid="5">
                                            <p:graphicEl>
                                              <a:dgm id="{621D656C-4A4B-4F20-BDD3-699BE738EA03}"/>
                                            </p:graphicEl>
                                          </p:spTgt>
                                        </p:tgtEl>
                                        <p:attrNameLst>
                                          <p:attrName>fill.on</p:attrName>
                                        </p:attrNameLst>
                                      </p:cBhvr>
                                      <p:to>
                                        <p:strVal val="true"/>
                                      </p:to>
                                    </p:set>
                                  </p:childTnLst>
                                </p:cTn>
                              </p:par>
                              <p:par>
                                <p:cTn id="15" presetID="27" presetClass="emph" presetSubtype="0" fill="remove" grpId="0" nodeType="withEffect">
                                  <p:stCondLst>
                                    <p:cond delay="0"/>
                                  </p:stCondLst>
                                  <p:childTnLst>
                                    <p:animClr clrSpc="rgb" dir="cw">
                                      <p:cBhvr override="childStyle">
                                        <p:cTn id="16" dur="250" autoRev="1" fill="remove"/>
                                        <p:tgtEl>
                                          <p:spTgt spid="5">
                                            <p:graphicEl>
                                              <a:dgm id="{0F72EC84-6A45-4628-8CB6-E56D63AC1825}"/>
                                            </p:graphicEl>
                                          </p:spTgt>
                                        </p:tgtEl>
                                        <p:attrNameLst>
                                          <p:attrName>style.color</p:attrName>
                                        </p:attrNameLst>
                                      </p:cBhvr>
                                      <p:to>
                                        <a:schemeClr val="bg1"/>
                                      </p:to>
                                    </p:animClr>
                                    <p:animClr clrSpc="rgb" dir="cw">
                                      <p:cBhvr>
                                        <p:cTn id="17" dur="250" autoRev="1" fill="remove"/>
                                        <p:tgtEl>
                                          <p:spTgt spid="5">
                                            <p:graphicEl>
                                              <a:dgm id="{0F72EC84-6A45-4628-8CB6-E56D63AC1825}"/>
                                            </p:graphicEl>
                                          </p:spTgt>
                                        </p:tgtEl>
                                        <p:attrNameLst>
                                          <p:attrName>fillcolor</p:attrName>
                                        </p:attrNameLst>
                                      </p:cBhvr>
                                      <p:to>
                                        <a:schemeClr val="bg1"/>
                                      </p:to>
                                    </p:animClr>
                                    <p:set>
                                      <p:cBhvr>
                                        <p:cTn id="18" dur="250" autoRev="1" fill="remove"/>
                                        <p:tgtEl>
                                          <p:spTgt spid="5">
                                            <p:graphicEl>
                                              <a:dgm id="{0F72EC84-6A45-4628-8CB6-E56D63AC1825}"/>
                                            </p:graphicEl>
                                          </p:spTgt>
                                        </p:tgtEl>
                                        <p:attrNameLst>
                                          <p:attrName>fill.type</p:attrName>
                                        </p:attrNameLst>
                                      </p:cBhvr>
                                      <p:to>
                                        <p:strVal val="solid"/>
                                      </p:to>
                                    </p:set>
                                    <p:set>
                                      <p:cBhvr>
                                        <p:cTn id="19" dur="250" autoRev="1" fill="remove"/>
                                        <p:tgtEl>
                                          <p:spTgt spid="5">
                                            <p:graphicEl>
                                              <a:dgm id="{0F72EC84-6A45-4628-8CB6-E56D63AC1825}"/>
                                            </p:graphicEl>
                                          </p:spTgt>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27" presetClass="emph" presetSubtype="0" fill="remove" grpId="0" nodeType="clickEffect">
                                  <p:stCondLst>
                                    <p:cond delay="0"/>
                                  </p:stCondLst>
                                  <p:childTnLst>
                                    <p:animClr clrSpc="rgb" dir="cw">
                                      <p:cBhvr override="childStyle">
                                        <p:cTn id="23" dur="250" autoRev="1" fill="remove"/>
                                        <p:tgtEl>
                                          <p:spTgt spid="5">
                                            <p:graphicEl>
                                              <a:dgm id="{799A348F-CAC7-4EBB-9891-C006189C7217}"/>
                                            </p:graphicEl>
                                          </p:spTgt>
                                        </p:tgtEl>
                                        <p:attrNameLst>
                                          <p:attrName>style.color</p:attrName>
                                        </p:attrNameLst>
                                      </p:cBhvr>
                                      <p:to>
                                        <a:schemeClr val="bg1"/>
                                      </p:to>
                                    </p:animClr>
                                    <p:animClr clrSpc="rgb" dir="cw">
                                      <p:cBhvr>
                                        <p:cTn id="24" dur="250" autoRev="1" fill="remove"/>
                                        <p:tgtEl>
                                          <p:spTgt spid="5">
                                            <p:graphicEl>
                                              <a:dgm id="{799A348F-CAC7-4EBB-9891-C006189C7217}"/>
                                            </p:graphicEl>
                                          </p:spTgt>
                                        </p:tgtEl>
                                        <p:attrNameLst>
                                          <p:attrName>fillcolor</p:attrName>
                                        </p:attrNameLst>
                                      </p:cBhvr>
                                      <p:to>
                                        <a:schemeClr val="bg1"/>
                                      </p:to>
                                    </p:animClr>
                                    <p:set>
                                      <p:cBhvr>
                                        <p:cTn id="25" dur="250" autoRev="1" fill="remove"/>
                                        <p:tgtEl>
                                          <p:spTgt spid="5">
                                            <p:graphicEl>
                                              <a:dgm id="{799A348F-CAC7-4EBB-9891-C006189C7217}"/>
                                            </p:graphicEl>
                                          </p:spTgt>
                                        </p:tgtEl>
                                        <p:attrNameLst>
                                          <p:attrName>fill.type</p:attrName>
                                        </p:attrNameLst>
                                      </p:cBhvr>
                                      <p:to>
                                        <p:strVal val="solid"/>
                                      </p:to>
                                    </p:set>
                                    <p:set>
                                      <p:cBhvr>
                                        <p:cTn id="26" dur="250" autoRev="1" fill="remove"/>
                                        <p:tgtEl>
                                          <p:spTgt spid="5">
                                            <p:graphicEl>
                                              <a:dgm id="{799A348F-CAC7-4EBB-9891-C006189C7217}"/>
                                            </p:graphicEl>
                                          </p:spTgt>
                                        </p:tgtEl>
                                        <p:attrNameLst>
                                          <p:attrName>fill.on</p:attrName>
                                        </p:attrNameLst>
                                      </p:cBhvr>
                                      <p:to>
                                        <p:strVal val="true"/>
                                      </p:to>
                                    </p:set>
                                  </p:childTnLst>
                                </p:cTn>
                              </p:par>
                              <p:par>
                                <p:cTn id="27" presetID="27" presetClass="emph" presetSubtype="0" fill="remove" grpId="0" nodeType="withEffect">
                                  <p:stCondLst>
                                    <p:cond delay="0"/>
                                  </p:stCondLst>
                                  <p:childTnLst>
                                    <p:animClr clrSpc="rgb" dir="cw">
                                      <p:cBhvr override="childStyle">
                                        <p:cTn id="28" dur="250" autoRev="1" fill="remove"/>
                                        <p:tgtEl>
                                          <p:spTgt spid="5">
                                            <p:graphicEl>
                                              <a:dgm id="{077B295D-15CB-4F31-A1F3-FB331B4DA827}"/>
                                            </p:graphicEl>
                                          </p:spTgt>
                                        </p:tgtEl>
                                        <p:attrNameLst>
                                          <p:attrName>style.color</p:attrName>
                                        </p:attrNameLst>
                                      </p:cBhvr>
                                      <p:to>
                                        <a:schemeClr val="bg1"/>
                                      </p:to>
                                    </p:animClr>
                                    <p:animClr clrSpc="rgb" dir="cw">
                                      <p:cBhvr>
                                        <p:cTn id="29" dur="250" autoRev="1" fill="remove"/>
                                        <p:tgtEl>
                                          <p:spTgt spid="5">
                                            <p:graphicEl>
                                              <a:dgm id="{077B295D-15CB-4F31-A1F3-FB331B4DA827}"/>
                                            </p:graphicEl>
                                          </p:spTgt>
                                        </p:tgtEl>
                                        <p:attrNameLst>
                                          <p:attrName>fillcolor</p:attrName>
                                        </p:attrNameLst>
                                      </p:cBhvr>
                                      <p:to>
                                        <a:schemeClr val="bg1"/>
                                      </p:to>
                                    </p:animClr>
                                    <p:set>
                                      <p:cBhvr>
                                        <p:cTn id="30" dur="250" autoRev="1" fill="remove"/>
                                        <p:tgtEl>
                                          <p:spTgt spid="5">
                                            <p:graphicEl>
                                              <a:dgm id="{077B295D-15CB-4F31-A1F3-FB331B4DA827}"/>
                                            </p:graphicEl>
                                          </p:spTgt>
                                        </p:tgtEl>
                                        <p:attrNameLst>
                                          <p:attrName>fill.type</p:attrName>
                                        </p:attrNameLst>
                                      </p:cBhvr>
                                      <p:to>
                                        <p:strVal val="solid"/>
                                      </p:to>
                                    </p:set>
                                    <p:set>
                                      <p:cBhvr>
                                        <p:cTn id="31" dur="250" autoRev="1" fill="remove"/>
                                        <p:tgtEl>
                                          <p:spTgt spid="5">
                                            <p:graphicEl>
                                              <a:dgm id="{077B295D-15CB-4F31-A1F3-FB331B4DA827}"/>
                                            </p:graphicEl>
                                          </p:spTgt>
                                        </p:tgtEl>
                                        <p:attrNameLst>
                                          <p:attrName>fill.on</p:attrName>
                                        </p:attrNameLst>
                                      </p:cBhvr>
                                      <p:to>
                                        <p:strVal val="true"/>
                                      </p:to>
                                    </p:set>
                                  </p:childTnLst>
                                </p:cTn>
                              </p:par>
                              <p:par>
                                <p:cTn id="32" presetID="27" presetClass="emph" presetSubtype="0" fill="remove" grpId="0" nodeType="withEffect">
                                  <p:stCondLst>
                                    <p:cond delay="0"/>
                                  </p:stCondLst>
                                  <p:childTnLst>
                                    <p:animClr clrSpc="rgb" dir="cw">
                                      <p:cBhvr override="childStyle">
                                        <p:cTn id="33" dur="250" autoRev="1" fill="remove"/>
                                        <p:tgtEl>
                                          <p:spTgt spid="5">
                                            <p:graphicEl>
                                              <a:dgm id="{DB7DC6D1-3152-452F-BE87-9D9C1F447C13}"/>
                                            </p:graphicEl>
                                          </p:spTgt>
                                        </p:tgtEl>
                                        <p:attrNameLst>
                                          <p:attrName>style.color</p:attrName>
                                        </p:attrNameLst>
                                      </p:cBhvr>
                                      <p:to>
                                        <a:schemeClr val="bg1"/>
                                      </p:to>
                                    </p:animClr>
                                    <p:animClr clrSpc="rgb" dir="cw">
                                      <p:cBhvr>
                                        <p:cTn id="34" dur="250" autoRev="1" fill="remove"/>
                                        <p:tgtEl>
                                          <p:spTgt spid="5">
                                            <p:graphicEl>
                                              <a:dgm id="{DB7DC6D1-3152-452F-BE87-9D9C1F447C13}"/>
                                            </p:graphicEl>
                                          </p:spTgt>
                                        </p:tgtEl>
                                        <p:attrNameLst>
                                          <p:attrName>fillcolor</p:attrName>
                                        </p:attrNameLst>
                                      </p:cBhvr>
                                      <p:to>
                                        <a:schemeClr val="bg1"/>
                                      </p:to>
                                    </p:animClr>
                                    <p:set>
                                      <p:cBhvr>
                                        <p:cTn id="35" dur="250" autoRev="1" fill="remove"/>
                                        <p:tgtEl>
                                          <p:spTgt spid="5">
                                            <p:graphicEl>
                                              <a:dgm id="{DB7DC6D1-3152-452F-BE87-9D9C1F447C13}"/>
                                            </p:graphicEl>
                                          </p:spTgt>
                                        </p:tgtEl>
                                        <p:attrNameLst>
                                          <p:attrName>fill.type</p:attrName>
                                        </p:attrNameLst>
                                      </p:cBhvr>
                                      <p:to>
                                        <p:strVal val="solid"/>
                                      </p:to>
                                    </p:set>
                                    <p:set>
                                      <p:cBhvr>
                                        <p:cTn id="36" dur="250" autoRev="1" fill="remove"/>
                                        <p:tgtEl>
                                          <p:spTgt spid="5">
                                            <p:graphicEl>
                                              <a:dgm id="{DB7DC6D1-3152-452F-BE87-9D9C1F447C13}"/>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5" name="Picture 74">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77" name="Picture 76">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79" name="Oval 78">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81" name="Picture 80">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83" name="Picture 82">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85" name="Rectangle 84">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87" name="Rectangle 86">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91" name="Straight Connector 90">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7"/>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9424B78D-0CF3-C7DB-0D21-0BA38C77BE57}"/>
              </a:ext>
            </a:extLst>
          </p:cNvPr>
          <p:cNvSpPr>
            <a:spLocks noGrp="1"/>
          </p:cNvSpPr>
          <p:nvPr>
            <p:ph type="body" idx="1"/>
          </p:nvPr>
        </p:nvSpPr>
        <p:spPr>
          <a:xfrm>
            <a:off x="1154955" y="1266961"/>
            <a:ext cx="2904124" cy="4528457"/>
          </a:xfrm>
        </p:spPr>
        <p:txBody>
          <a:bodyPr vert="horz" lIns="91440" tIns="45720" rIns="91440" bIns="45720" rtlCol="0" anchor="ctr">
            <a:normAutofit/>
          </a:bodyPr>
          <a:lstStyle/>
          <a:p>
            <a:pPr algn="r"/>
            <a:r>
              <a:rPr lang="en-US" b="0" i="0" kern="1200" cap="all">
                <a:solidFill>
                  <a:schemeClr val="tx2"/>
                </a:solidFill>
                <a:latin typeface="+mj-lt"/>
                <a:ea typeface="+mj-ea"/>
                <a:cs typeface="+mj-cs"/>
              </a:rPr>
              <a:t>Build WEB API with .NET 9</a:t>
            </a:r>
          </a:p>
        </p:txBody>
      </p:sp>
      <p:sp>
        <p:nvSpPr>
          <p:cNvPr id="4" name="Title 3">
            <a:extLst>
              <a:ext uri="{FF2B5EF4-FFF2-40B4-BE49-F238E27FC236}">
                <a16:creationId xmlns:a16="http://schemas.microsoft.com/office/drawing/2014/main" id="{038E0E16-B8D1-C132-DB6A-37ADCA852BEA}"/>
              </a:ext>
            </a:extLst>
          </p:cNvPr>
          <p:cNvSpPr>
            <a:spLocks noGrp="1"/>
          </p:cNvSpPr>
          <p:nvPr>
            <p:ph type="title"/>
          </p:nvPr>
        </p:nvSpPr>
        <p:spPr>
          <a:xfrm>
            <a:off x="4654297" y="1266964"/>
            <a:ext cx="6808363" cy="4528457"/>
          </a:xfrm>
        </p:spPr>
        <p:txBody>
          <a:bodyPr vert="horz" lIns="91440" tIns="45720" rIns="91440" bIns="45720" rtlCol="0" anchor="ctr">
            <a:normAutofit/>
          </a:bodyPr>
          <a:lstStyle/>
          <a:p>
            <a:r>
              <a:rPr lang="en-US" sz="7200" dirty="0"/>
              <a:t>DAY 1</a:t>
            </a:r>
          </a:p>
        </p:txBody>
      </p:sp>
    </p:spTree>
    <p:extLst>
      <p:ext uri="{BB962C8B-B14F-4D97-AF65-F5344CB8AC3E}">
        <p14:creationId xmlns:p14="http://schemas.microsoft.com/office/powerpoint/2010/main" val="329932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DD48D9-65CA-AA2F-B1DE-735393BE1B53}"/>
              </a:ext>
            </a:extLst>
          </p:cNvPr>
          <p:cNvSpPr>
            <a:spLocks noGrp="1"/>
          </p:cNvSpPr>
          <p:nvPr>
            <p:ph type="title"/>
          </p:nvPr>
        </p:nvSpPr>
        <p:spPr/>
        <p:txBody>
          <a:bodyPr/>
          <a:lstStyle/>
          <a:p>
            <a:r>
              <a:rPr lang="tr-TR"/>
              <a:t>DAY	1: Web API</a:t>
            </a:r>
            <a:endParaRPr lang="en-US" dirty="0"/>
          </a:p>
        </p:txBody>
      </p:sp>
      <p:graphicFrame>
        <p:nvGraphicFramePr>
          <p:cNvPr id="7" name="Content Placeholder 4">
            <a:extLst>
              <a:ext uri="{FF2B5EF4-FFF2-40B4-BE49-F238E27FC236}">
                <a16:creationId xmlns:a16="http://schemas.microsoft.com/office/drawing/2014/main" id="{EC12DC61-D3E9-A29C-56D8-3716AB2B67BB}"/>
              </a:ext>
            </a:extLst>
          </p:cNvPr>
          <p:cNvGraphicFramePr>
            <a:graphicFrameLocks noGrp="1"/>
          </p:cNvGraphicFramePr>
          <p:nvPr>
            <p:ph idx="1"/>
            <p:extLst>
              <p:ext uri="{D42A27DB-BD31-4B8C-83A1-F6EECF244321}">
                <p14:modId xmlns:p14="http://schemas.microsoft.com/office/powerpoint/2010/main" val="3595866476"/>
              </p:ext>
            </p:extLst>
          </p:nvPr>
        </p:nvGraphicFramePr>
        <p:xfrm>
          <a:off x="1103312" y="2052921"/>
          <a:ext cx="8946541" cy="4195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3028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graphicEl>
                                              <a:dgm id="{A9088B15-155E-4C16-ACA5-DAB68330B932}"/>
                                            </p:graphicEl>
                                          </p:spTgt>
                                        </p:tgtEl>
                                        <p:attrNameLst>
                                          <p:attrName>style.visibility</p:attrName>
                                        </p:attrNameLst>
                                      </p:cBhvr>
                                      <p:to>
                                        <p:strVal val="visible"/>
                                      </p:to>
                                    </p:set>
                                    <p:animEffect transition="in" filter="fade">
                                      <p:cBhvr>
                                        <p:cTn id="7" dur="500"/>
                                        <p:tgtEl>
                                          <p:spTgt spid="7">
                                            <p:graphicEl>
                                              <a:dgm id="{A9088B15-155E-4C16-ACA5-DAB68330B932}"/>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graphicEl>
                                              <a:dgm id="{D7483243-1B10-490C-B4C3-4D3DA2941204}"/>
                                            </p:graphicEl>
                                          </p:spTgt>
                                        </p:tgtEl>
                                        <p:attrNameLst>
                                          <p:attrName>style.visibility</p:attrName>
                                        </p:attrNameLst>
                                      </p:cBhvr>
                                      <p:to>
                                        <p:strVal val="visible"/>
                                      </p:to>
                                    </p:set>
                                    <p:animEffect transition="in" filter="fade">
                                      <p:cBhvr>
                                        <p:cTn id="10" dur="500"/>
                                        <p:tgtEl>
                                          <p:spTgt spid="7">
                                            <p:graphicEl>
                                              <a:dgm id="{D7483243-1B10-490C-B4C3-4D3DA2941204}"/>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graphicEl>
                                              <a:dgm id="{6D8F94CC-F264-4D09-B165-D34238277490}"/>
                                            </p:graphicEl>
                                          </p:spTgt>
                                        </p:tgtEl>
                                        <p:attrNameLst>
                                          <p:attrName>style.visibility</p:attrName>
                                        </p:attrNameLst>
                                      </p:cBhvr>
                                      <p:to>
                                        <p:strVal val="visible"/>
                                      </p:to>
                                    </p:set>
                                    <p:animEffect transition="in" filter="fade">
                                      <p:cBhvr>
                                        <p:cTn id="13" dur="500"/>
                                        <p:tgtEl>
                                          <p:spTgt spid="7">
                                            <p:graphicEl>
                                              <a:dgm id="{6D8F94CC-F264-4D09-B165-D34238277490}"/>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graphicEl>
                                              <a:dgm id="{987D1C66-FCEE-46A4-AEFD-C41CCEA7B93D}"/>
                                            </p:graphicEl>
                                          </p:spTgt>
                                        </p:tgtEl>
                                        <p:attrNameLst>
                                          <p:attrName>style.visibility</p:attrName>
                                        </p:attrNameLst>
                                      </p:cBhvr>
                                      <p:to>
                                        <p:strVal val="visible"/>
                                      </p:to>
                                    </p:set>
                                    <p:animEffect transition="in" filter="fade">
                                      <p:cBhvr>
                                        <p:cTn id="18" dur="500"/>
                                        <p:tgtEl>
                                          <p:spTgt spid="7">
                                            <p:graphicEl>
                                              <a:dgm id="{987D1C66-FCEE-46A4-AEFD-C41CCEA7B93D}"/>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graphicEl>
                                              <a:dgm id="{37870C27-37A9-4E29-B83F-8692B1C127D8}"/>
                                            </p:graphicEl>
                                          </p:spTgt>
                                        </p:tgtEl>
                                        <p:attrNameLst>
                                          <p:attrName>style.visibility</p:attrName>
                                        </p:attrNameLst>
                                      </p:cBhvr>
                                      <p:to>
                                        <p:strVal val="visible"/>
                                      </p:to>
                                    </p:set>
                                    <p:animEffect transition="in" filter="fade">
                                      <p:cBhvr>
                                        <p:cTn id="21" dur="500"/>
                                        <p:tgtEl>
                                          <p:spTgt spid="7">
                                            <p:graphicEl>
                                              <a:dgm id="{37870C27-37A9-4E29-B83F-8692B1C127D8}"/>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graphicEl>
                                              <a:dgm id="{D201B9C4-6561-446B-AF1B-1DC5BEDACEAB}"/>
                                            </p:graphicEl>
                                          </p:spTgt>
                                        </p:tgtEl>
                                        <p:attrNameLst>
                                          <p:attrName>style.visibility</p:attrName>
                                        </p:attrNameLst>
                                      </p:cBhvr>
                                      <p:to>
                                        <p:strVal val="visible"/>
                                      </p:to>
                                    </p:set>
                                    <p:animEffect transition="in" filter="fade">
                                      <p:cBhvr>
                                        <p:cTn id="24" dur="500"/>
                                        <p:tgtEl>
                                          <p:spTgt spid="7">
                                            <p:graphicEl>
                                              <a:dgm id="{D201B9C4-6561-446B-AF1B-1DC5BEDACEAB}"/>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graphicEl>
                                              <a:dgm id="{9FAABC70-05C2-4212-B1F1-5A30A27B67C5}"/>
                                            </p:graphicEl>
                                          </p:spTgt>
                                        </p:tgtEl>
                                        <p:attrNameLst>
                                          <p:attrName>style.visibility</p:attrName>
                                        </p:attrNameLst>
                                      </p:cBhvr>
                                      <p:to>
                                        <p:strVal val="visible"/>
                                      </p:to>
                                    </p:set>
                                    <p:animEffect transition="in" filter="fade">
                                      <p:cBhvr>
                                        <p:cTn id="29" dur="500"/>
                                        <p:tgtEl>
                                          <p:spTgt spid="7">
                                            <p:graphicEl>
                                              <a:dgm id="{9FAABC70-05C2-4212-B1F1-5A30A27B67C5}"/>
                                            </p:graphic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graphicEl>
                                              <a:dgm id="{B153FD29-6B4B-4F5A-AECB-98314777770A}"/>
                                            </p:graphicEl>
                                          </p:spTgt>
                                        </p:tgtEl>
                                        <p:attrNameLst>
                                          <p:attrName>style.visibility</p:attrName>
                                        </p:attrNameLst>
                                      </p:cBhvr>
                                      <p:to>
                                        <p:strVal val="visible"/>
                                      </p:to>
                                    </p:set>
                                    <p:animEffect transition="in" filter="fade">
                                      <p:cBhvr>
                                        <p:cTn id="32" dur="500"/>
                                        <p:tgtEl>
                                          <p:spTgt spid="7">
                                            <p:graphicEl>
                                              <a:dgm id="{B153FD29-6B4B-4F5A-AECB-98314777770A}"/>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graphicEl>
                                              <a:dgm id="{9722EE36-03FB-4875-9930-1831E5AFD48F}"/>
                                            </p:graphicEl>
                                          </p:spTgt>
                                        </p:tgtEl>
                                        <p:attrNameLst>
                                          <p:attrName>style.visibility</p:attrName>
                                        </p:attrNameLst>
                                      </p:cBhvr>
                                      <p:to>
                                        <p:strVal val="visible"/>
                                      </p:to>
                                    </p:set>
                                    <p:animEffect transition="in" filter="fade">
                                      <p:cBhvr>
                                        <p:cTn id="35" dur="500"/>
                                        <p:tgtEl>
                                          <p:spTgt spid="7">
                                            <p:graphicEl>
                                              <a:dgm id="{9722EE36-03FB-4875-9930-1831E5AFD48F}"/>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graphicEl>
                                              <a:dgm id="{905AA313-C1DF-4488-AF77-586BD75B71CE}"/>
                                            </p:graphicEl>
                                          </p:spTgt>
                                        </p:tgtEl>
                                        <p:attrNameLst>
                                          <p:attrName>style.visibility</p:attrName>
                                        </p:attrNameLst>
                                      </p:cBhvr>
                                      <p:to>
                                        <p:strVal val="visible"/>
                                      </p:to>
                                    </p:set>
                                    <p:animEffect transition="in" filter="fade">
                                      <p:cBhvr>
                                        <p:cTn id="40" dur="500"/>
                                        <p:tgtEl>
                                          <p:spTgt spid="7">
                                            <p:graphicEl>
                                              <a:dgm id="{905AA313-C1DF-4488-AF77-586BD75B71CE}"/>
                                            </p:graphic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graphicEl>
                                              <a:dgm id="{71D63639-283D-4C48-840A-D8E49B23BACA}"/>
                                            </p:graphicEl>
                                          </p:spTgt>
                                        </p:tgtEl>
                                        <p:attrNameLst>
                                          <p:attrName>style.visibility</p:attrName>
                                        </p:attrNameLst>
                                      </p:cBhvr>
                                      <p:to>
                                        <p:strVal val="visible"/>
                                      </p:to>
                                    </p:set>
                                    <p:animEffect transition="in" filter="fade">
                                      <p:cBhvr>
                                        <p:cTn id="43" dur="500"/>
                                        <p:tgtEl>
                                          <p:spTgt spid="7">
                                            <p:graphicEl>
                                              <a:dgm id="{71D63639-283D-4C48-840A-D8E49B23BACA}"/>
                                            </p:graphic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graphicEl>
                                              <a:dgm id="{BD20869D-74B2-4DC5-A2CA-11917A428E83}"/>
                                            </p:graphicEl>
                                          </p:spTgt>
                                        </p:tgtEl>
                                        <p:attrNameLst>
                                          <p:attrName>style.visibility</p:attrName>
                                        </p:attrNameLst>
                                      </p:cBhvr>
                                      <p:to>
                                        <p:strVal val="visible"/>
                                      </p:to>
                                    </p:set>
                                    <p:animEffect transition="in" filter="fade">
                                      <p:cBhvr>
                                        <p:cTn id="46" dur="500"/>
                                        <p:tgtEl>
                                          <p:spTgt spid="7">
                                            <p:graphicEl>
                                              <a:dgm id="{BD20869D-74B2-4DC5-A2CA-11917A428E83}"/>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7">
                                            <p:graphicEl>
                                              <a:dgm id="{CAA7140B-FE6C-40C3-82DC-36C9177BEED5}"/>
                                            </p:graphicEl>
                                          </p:spTgt>
                                        </p:tgtEl>
                                        <p:attrNameLst>
                                          <p:attrName>style.visibility</p:attrName>
                                        </p:attrNameLst>
                                      </p:cBhvr>
                                      <p:to>
                                        <p:strVal val="visible"/>
                                      </p:to>
                                    </p:set>
                                    <p:animEffect transition="in" filter="fade">
                                      <p:cBhvr>
                                        <p:cTn id="51" dur="500"/>
                                        <p:tgtEl>
                                          <p:spTgt spid="7">
                                            <p:graphicEl>
                                              <a:dgm id="{CAA7140B-FE6C-40C3-82DC-36C9177BEED5}"/>
                                            </p:graphic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7">
                                            <p:graphicEl>
                                              <a:dgm id="{0B9143B1-5798-438F-A2C4-3ACDF1B0623C}"/>
                                            </p:graphicEl>
                                          </p:spTgt>
                                        </p:tgtEl>
                                        <p:attrNameLst>
                                          <p:attrName>style.visibility</p:attrName>
                                        </p:attrNameLst>
                                      </p:cBhvr>
                                      <p:to>
                                        <p:strVal val="visible"/>
                                      </p:to>
                                    </p:set>
                                    <p:animEffect transition="in" filter="fade">
                                      <p:cBhvr>
                                        <p:cTn id="54" dur="500"/>
                                        <p:tgtEl>
                                          <p:spTgt spid="7">
                                            <p:graphicEl>
                                              <a:dgm id="{0B9143B1-5798-438F-A2C4-3ACDF1B0623C}"/>
                                            </p:graphic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
                                            <p:graphicEl>
                                              <a:dgm id="{4B5A1CB0-FD80-476B-9579-060388527D96}"/>
                                            </p:graphicEl>
                                          </p:spTgt>
                                        </p:tgtEl>
                                        <p:attrNameLst>
                                          <p:attrName>style.visibility</p:attrName>
                                        </p:attrNameLst>
                                      </p:cBhvr>
                                      <p:to>
                                        <p:strVal val="visible"/>
                                      </p:to>
                                    </p:set>
                                    <p:animEffect transition="in" filter="fade">
                                      <p:cBhvr>
                                        <p:cTn id="57" dur="500"/>
                                        <p:tgtEl>
                                          <p:spTgt spid="7">
                                            <p:graphicEl>
                                              <a:dgm id="{4B5A1CB0-FD80-476B-9579-060388527D96}"/>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
                                            <p:graphicEl>
                                              <a:dgm id="{214E1830-368C-4BBD-AD95-C474E4E331BC}"/>
                                            </p:graphicEl>
                                          </p:spTgt>
                                        </p:tgtEl>
                                        <p:attrNameLst>
                                          <p:attrName>style.visibility</p:attrName>
                                        </p:attrNameLst>
                                      </p:cBhvr>
                                      <p:to>
                                        <p:strVal val="visible"/>
                                      </p:to>
                                    </p:set>
                                    <p:animEffect transition="in" filter="fade">
                                      <p:cBhvr>
                                        <p:cTn id="62" dur="500"/>
                                        <p:tgtEl>
                                          <p:spTgt spid="7">
                                            <p:graphicEl>
                                              <a:dgm id="{214E1830-368C-4BBD-AD95-C474E4E331BC}"/>
                                            </p:graphic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
                                            <p:graphicEl>
                                              <a:dgm id="{022BC0B7-425F-4F59-9968-B91B9E60F4D8}"/>
                                            </p:graphicEl>
                                          </p:spTgt>
                                        </p:tgtEl>
                                        <p:attrNameLst>
                                          <p:attrName>style.visibility</p:attrName>
                                        </p:attrNameLst>
                                      </p:cBhvr>
                                      <p:to>
                                        <p:strVal val="visible"/>
                                      </p:to>
                                    </p:set>
                                    <p:animEffect transition="in" filter="fade">
                                      <p:cBhvr>
                                        <p:cTn id="65" dur="500"/>
                                        <p:tgtEl>
                                          <p:spTgt spid="7">
                                            <p:graphicEl>
                                              <a:dgm id="{022BC0B7-425F-4F59-9968-B91B9E60F4D8}"/>
                                            </p:graphic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
                                            <p:graphicEl>
                                              <a:dgm id="{CC1CAAEA-2926-4085-877A-3864FCDDBA3D}"/>
                                            </p:graphicEl>
                                          </p:spTgt>
                                        </p:tgtEl>
                                        <p:attrNameLst>
                                          <p:attrName>style.visibility</p:attrName>
                                        </p:attrNameLst>
                                      </p:cBhvr>
                                      <p:to>
                                        <p:strVal val="visible"/>
                                      </p:to>
                                    </p:set>
                                    <p:animEffect transition="in" filter="fade">
                                      <p:cBhvr>
                                        <p:cTn id="68" dur="500"/>
                                        <p:tgtEl>
                                          <p:spTgt spid="7">
                                            <p:graphicEl>
                                              <a:dgm id="{CC1CAAEA-2926-4085-877A-3864FCDDBA3D}"/>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7">
                                            <p:graphicEl>
                                              <a:dgm id="{1A7C3F83-8766-41FC-A863-AC391E1509EC}"/>
                                            </p:graphicEl>
                                          </p:spTgt>
                                        </p:tgtEl>
                                        <p:attrNameLst>
                                          <p:attrName>style.visibility</p:attrName>
                                        </p:attrNameLst>
                                      </p:cBhvr>
                                      <p:to>
                                        <p:strVal val="visible"/>
                                      </p:to>
                                    </p:set>
                                    <p:animEffect transition="in" filter="fade">
                                      <p:cBhvr>
                                        <p:cTn id="73" dur="500"/>
                                        <p:tgtEl>
                                          <p:spTgt spid="7">
                                            <p:graphicEl>
                                              <a:dgm id="{1A7C3F83-8766-41FC-A863-AC391E1509EC}"/>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
                                            <p:graphicEl>
                                              <a:dgm id="{F1E47149-FCA4-445F-8137-CE352F8F333A}"/>
                                            </p:graphicEl>
                                          </p:spTgt>
                                        </p:tgtEl>
                                        <p:attrNameLst>
                                          <p:attrName>style.visibility</p:attrName>
                                        </p:attrNameLst>
                                      </p:cBhvr>
                                      <p:to>
                                        <p:strVal val="visible"/>
                                      </p:to>
                                    </p:set>
                                    <p:animEffect transition="in" filter="fade">
                                      <p:cBhvr>
                                        <p:cTn id="76" dur="500"/>
                                        <p:tgtEl>
                                          <p:spTgt spid="7">
                                            <p:graphicEl>
                                              <a:dgm id="{F1E47149-FCA4-445F-8137-CE352F8F333A}"/>
                                            </p:graphic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
                                            <p:graphicEl>
                                              <a:dgm id="{D74ADCAD-508F-44B8-8489-3CFA49FB559A}"/>
                                            </p:graphicEl>
                                          </p:spTgt>
                                        </p:tgtEl>
                                        <p:attrNameLst>
                                          <p:attrName>style.visibility</p:attrName>
                                        </p:attrNameLst>
                                      </p:cBhvr>
                                      <p:to>
                                        <p:strVal val="visible"/>
                                      </p:to>
                                    </p:set>
                                    <p:animEffect transition="in" filter="fade">
                                      <p:cBhvr>
                                        <p:cTn id="79" dur="500"/>
                                        <p:tgtEl>
                                          <p:spTgt spid="7">
                                            <p:graphicEl>
                                              <a:dgm id="{D74ADCAD-508F-44B8-8489-3CFA49FB559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EAD7C4D-11FF-0414-B624-6F93186CECDE}"/>
            </a:ext>
          </a:extLst>
        </p:cNvPr>
        <p:cNvGrpSpPr/>
        <p:nvPr/>
      </p:nvGrpSpPr>
      <p:grpSpPr>
        <a:xfrm>
          <a:off x="0" y="0"/>
          <a:ext cx="0" cy="0"/>
          <a:chOff x="0" y="0"/>
          <a:chExt cx="0" cy="0"/>
        </a:xfrm>
      </p:grpSpPr>
      <p:pic>
        <p:nvPicPr>
          <p:cNvPr id="75" name="Picture 74">
            <a:extLst>
              <a:ext uri="{FF2B5EF4-FFF2-40B4-BE49-F238E27FC236}">
                <a16:creationId xmlns:a16="http://schemas.microsoft.com/office/drawing/2014/main" id="{C1E50C81-31D7-C9A6-3130-509D04C8AA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77" name="Picture 76">
            <a:extLst>
              <a:ext uri="{FF2B5EF4-FFF2-40B4-BE49-F238E27FC236}">
                <a16:creationId xmlns:a16="http://schemas.microsoft.com/office/drawing/2014/main" id="{202A50B7-A2DA-BD4A-26B0-AB29FBA1D4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79" name="Oval 78">
            <a:extLst>
              <a:ext uri="{FF2B5EF4-FFF2-40B4-BE49-F238E27FC236}">
                <a16:creationId xmlns:a16="http://schemas.microsoft.com/office/drawing/2014/main" id="{9625A9E0-6060-24FB-2D25-4D5030C5A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81" name="Picture 80">
            <a:extLst>
              <a:ext uri="{FF2B5EF4-FFF2-40B4-BE49-F238E27FC236}">
                <a16:creationId xmlns:a16="http://schemas.microsoft.com/office/drawing/2014/main" id="{E44D3145-7990-3DEA-D64B-5CA1E18D24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83" name="Picture 82">
            <a:extLst>
              <a:ext uri="{FF2B5EF4-FFF2-40B4-BE49-F238E27FC236}">
                <a16:creationId xmlns:a16="http://schemas.microsoft.com/office/drawing/2014/main" id="{06140724-B67B-34C5-374C-1D82019958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85" name="Rectangle 84">
            <a:extLst>
              <a:ext uri="{FF2B5EF4-FFF2-40B4-BE49-F238E27FC236}">
                <a16:creationId xmlns:a16="http://schemas.microsoft.com/office/drawing/2014/main" id="{8E6A356A-F9D1-B48E-18E3-5D3EE1FB2B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87" name="Rectangle 86">
            <a:extLst>
              <a:ext uri="{FF2B5EF4-FFF2-40B4-BE49-F238E27FC236}">
                <a16:creationId xmlns:a16="http://schemas.microsoft.com/office/drawing/2014/main" id="{DF5F0185-1563-AC7E-7231-1A05A4D02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0BADD071-5B21-8DA6-AB4C-C5B40A043D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91" name="Straight Connector 90">
            <a:extLst>
              <a:ext uri="{FF2B5EF4-FFF2-40B4-BE49-F238E27FC236}">
                <a16:creationId xmlns:a16="http://schemas.microsoft.com/office/drawing/2014/main" id="{F369C448-3B18-35B3-9672-BFCC5C6AA4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7"/>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15F98829-0323-201F-B4AA-B419F21B56D8}"/>
              </a:ext>
            </a:extLst>
          </p:cNvPr>
          <p:cNvSpPr>
            <a:spLocks noGrp="1"/>
          </p:cNvSpPr>
          <p:nvPr>
            <p:ph type="body" idx="1"/>
          </p:nvPr>
        </p:nvSpPr>
        <p:spPr>
          <a:xfrm>
            <a:off x="1154955" y="1266961"/>
            <a:ext cx="2904124" cy="4528457"/>
          </a:xfrm>
        </p:spPr>
        <p:txBody>
          <a:bodyPr vert="horz" lIns="91440" tIns="45720" rIns="91440" bIns="45720" rtlCol="0" anchor="ctr">
            <a:normAutofit/>
          </a:bodyPr>
          <a:lstStyle/>
          <a:p>
            <a:pPr algn="r"/>
            <a:r>
              <a:rPr lang="en-US" b="0" i="0" kern="1200" cap="all">
                <a:solidFill>
                  <a:schemeClr val="tx2"/>
                </a:solidFill>
                <a:latin typeface="+mj-lt"/>
                <a:ea typeface="+mj-ea"/>
                <a:cs typeface="+mj-cs"/>
              </a:rPr>
              <a:t>Build WEB API with .NET 9</a:t>
            </a:r>
          </a:p>
        </p:txBody>
      </p:sp>
      <p:sp>
        <p:nvSpPr>
          <p:cNvPr id="4" name="Title 3">
            <a:extLst>
              <a:ext uri="{FF2B5EF4-FFF2-40B4-BE49-F238E27FC236}">
                <a16:creationId xmlns:a16="http://schemas.microsoft.com/office/drawing/2014/main" id="{600ACBE2-D700-BF20-119A-BC1DC680C423}"/>
              </a:ext>
            </a:extLst>
          </p:cNvPr>
          <p:cNvSpPr>
            <a:spLocks noGrp="1"/>
          </p:cNvSpPr>
          <p:nvPr>
            <p:ph type="title"/>
          </p:nvPr>
        </p:nvSpPr>
        <p:spPr>
          <a:xfrm>
            <a:off x="4654297" y="1266964"/>
            <a:ext cx="6808363" cy="4528457"/>
          </a:xfrm>
        </p:spPr>
        <p:txBody>
          <a:bodyPr vert="horz" lIns="91440" tIns="45720" rIns="91440" bIns="45720" rtlCol="0" anchor="ctr">
            <a:normAutofit/>
          </a:bodyPr>
          <a:lstStyle/>
          <a:p>
            <a:r>
              <a:rPr lang="en-US" sz="7200" dirty="0"/>
              <a:t>DAY </a:t>
            </a:r>
            <a:r>
              <a:rPr lang="tr-TR" sz="7200" dirty="0"/>
              <a:t>2</a:t>
            </a:r>
            <a:endParaRPr lang="en-US" sz="7200" dirty="0"/>
          </a:p>
        </p:txBody>
      </p:sp>
    </p:spTree>
    <p:extLst>
      <p:ext uri="{BB962C8B-B14F-4D97-AF65-F5344CB8AC3E}">
        <p14:creationId xmlns:p14="http://schemas.microsoft.com/office/powerpoint/2010/main" val="223532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0B3C7F-30FC-9EF1-6E2B-6D4F9F19B9D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22BC103-5351-B7A9-736C-E05FBFB47A20}"/>
              </a:ext>
            </a:extLst>
          </p:cNvPr>
          <p:cNvSpPr>
            <a:spLocks noGrp="1"/>
          </p:cNvSpPr>
          <p:nvPr>
            <p:ph type="title"/>
          </p:nvPr>
        </p:nvSpPr>
        <p:spPr>
          <a:xfrm>
            <a:off x="8191930" y="1325884"/>
            <a:ext cx="3352375" cy="3066507"/>
          </a:xfrm>
        </p:spPr>
        <p:txBody>
          <a:bodyPr vert="horz" lIns="91440" tIns="45720" rIns="91440" bIns="45720" rtlCol="0" anchor="b">
            <a:normAutofit/>
          </a:bodyPr>
          <a:lstStyle/>
          <a:p>
            <a:r>
              <a:rPr lang="en-US" sz="5400">
                <a:solidFill>
                  <a:srgbClr val="EBEBEB"/>
                </a:solidFill>
              </a:rPr>
              <a:t>DAY 2</a:t>
            </a:r>
          </a:p>
        </p:txBody>
      </p:sp>
      <p:sp>
        <p:nvSpPr>
          <p:cNvPr id="2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2"/>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2" descr="Migrating a Create-React-App to NextJS | by Moleseng Mokgosi | Better  Programming">
            <a:extLst>
              <a:ext uri="{FF2B5EF4-FFF2-40B4-BE49-F238E27FC236}">
                <a16:creationId xmlns:a16="http://schemas.microsoft.com/office/drawing/2014/main" id="{2B0FDDD0-DACD-51EF-21E1-70D89E0E96F3}"/>
              </a:ext>
            </a:extLst>
          </p:cNvPr>
          <p:cNvPicPr>
            <a:picLocks noGrp="1" noChangeAspect="1" noChangeArrowheads="1"/>
          </p:cNvPicPr>
          <p:nvPr>
            <p:ph idx="1"/>
          </p:nvPr>
        </p:nvPicPr>
        <p:blipFill>
          <a:blip r:embed="rId7">
            <a:extLst>
              <a:ext uri="{28A0092B-C50C-407E-A947-70E740481C1C}">
                <a14:useLocalDpi xmlns:a14="http://schemas.microsoft.com/office/drawing/2010/main" val="0"/>
              </a:ext>
            </a:extLst>
          </a:blip>
          <a:stretch>
            <a:fillRect/>
          </a:stretch>
        </p:blipFill>
        <p:spPr bwMode="auto">
          <a:xfrm>
            <a:off x="998117" y="647700"/>
            <a:ext cx="5562139" cy="556213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1930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31" name="Picture 30">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32" name="Oval 3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 name="Picture 3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34" name="Picture 33">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35" name="Rectangle 34">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6" name="Rectangle 35">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38" name="Straight Connector 37">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7"/>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33A0D45B-A3B6-30CE-1F7F-4112B3B0A341}"/>
              </a:ext>
            </a:extLst>
          </p:cNvPr>
          <p:cNvSpPr>
            <a:spLocks noGrp="1"/>
          </p:cNvSpPr>
          <p:nvPr>
            <p:ph type="body" idx="1"/>
          </p:nvPr>
        </p:nvSpPr>
        <p:spPr>
          <a:xfrm>
            <a:off x="1154955" y="1266961"/>
            <a:ext cx="2904124" cy="4528457"/>
          </a:xfrm>
        </p:spPr>
        <p:txBody>
          <a:bodyPr vert="horz" lIns="91440" tIns="45720" rIns="91440" bIns="45720" rtlCol="0" anchor="ctr">
            <a:normAutofit/>
          </a:bodyPr>
          <a:lstStyle/>
          <a:p>
            <a:pPr algn="r"/>
            <a:r>
              <a:rPr lang="en-US" b="0" i="0" kern="1200" cap="all">
                <a:solidFill>
                  <a:schemeClr val="tx2"/>
                </a:solidFill>
                <a:latin typeface="+mj-lt"/>
                <a:ea typeface="+mj-ea"/>
                <a:cs typeface="+mj-cs"/>
              </a:rPr>
              <a:t>pagination</a:t>
            </a:r>
          </a:p>
        </p:txBody>
      </p:sp>
      <p:sp>
        <p:nvSpPr>
          <p:cNvPr id="4" name="Title 3">
            <a:extLst>
              <a:ext uri="{FF2B5EF4-FFF2-40B4-BE49-F238E27FC236}">
                <a16:creationId xmlns:a16="http://schemas.microsoft.com/office/drawing/2014/main" id="{87CABCDE-FCFA-BFF9-3F12-7AD734214B91}"/>
              </a:ext>
            </a:extLst>
          </p:cNvPr>
          <p:cNvSpPr>
            <a:spLocks noGrp="1"/>
          </p:cNvSpPr>
          <p:nvPr>
            <p:ph type="title"/>
          </p:nvPr>
        </p:nvSpPr>
        <p:spPr>
          <a:xfrm>
            <a:off x="4654297" y="1266964"/>
            <a:ext cx="6808363" cy="4528457"/>
          </a:xfrm>
        </p:spPr>
        <p:txBody>
          <a:bodyPr vert="horz" lIns="91440" tIns="45720" rIns="91440" bIns="45720" rtlCol="0" anchor="ctr">
            <a:normAutofit/>
          </a:bodyPr>
          <a:lstStyle/>
          <a:p>
            <a:r>
              <a:rPr lang="en-US" sz="7200" dirty="0"/>
              <a:t>DAY 3</a:t>
            </a:r>
          </a:p>
        </p:txBody>
      </p:sp>
    </p:spTree>
    <p:extLst>
      <p:ext uri="{BB962C8B-B14F-4D97-AF65-F5344CB8AC3E}">
        <p14:creationId xmlns:p14="http://schemas.microsoft.com/office/powerpoint/2010/main" val="2311798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C2538C-47D1-AA80-4540-2FFA610B4E8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127E9F5-90B6-54FC-2521-30ADD4609CA8}"/>
              </a:ext>
            </a:extLst>
          </p:cNvPr>
          <p:cNvSpPr>
            <a:spLocks noGrp="1"/>
          </p:cNvSpPr>
          <p:nvPr>
            <p:ph type="title"/>
          </p:nvPr>
        </p:nvSpPr>
        <p:spPr>
          <a:xfrm>
            <a:off x="7385970" y="1325884"/>
            <a:ext cx="4158335" cy="3066507"/>
          </a:xfrm>
        </p:spPr>
        <p:txBody>
          <a:bodyPr vert="horz" lIns="91440" tIns="45720" rIns="91440" bIns="45720" rtlCol="0" anchor="b">
            <a:normAutofit/>
          </a:bodyPr>
          <a:lstStyle/>
          <a:p>
            <a:r>
              <a:rPr lang="en-US" sz="5400" dirty="0">
                <a:solidFill>
                  <a:srgbClr val="EBEBEB"/>
                </a:solidFill>
              </a:rPr>
              <a:t>DAY </a:t>
            </a:r>
            <a:r>
              <a:rPr lang="en-US" sz="5400">
                <a:solidFill>
                  <a:srgbClr val="EBEBEB"/>
                </a:solidFill>
              </a:rPr>
              <a:t>4</a:t>
            </a:r>
            <a:endParaRPr lang="en-US" sz="5400" dirty="0">
              <a:solidFill>
                <a:srgbClr val="EBEBEB"/>
              </a:solidFill>
            </a:endParaRPr>
          </a:p>
        </p:txBody>
      </p:sp>
      <p:sp>
        <p:nvSpPr>
          <p:cNvPr id="3" name="Text Placeholder 2">
            <a:extLst>
              <a:ext uri="{FF2B5EF4-FFF2-40B4-BE49-F238E27FC236}">
                <a16:creationId xmlns:a16="http://schemas.microsoft.com/office/drawing/2014/main" id="{ADBD6D52-0AD8-81BC-143D-CE2467FD3A7E}"/>
              </a:ext>
            </a:extLst>
          </p:cNvPr>
          <p:cNvSpPr>
            <a:spLocks noGrp="1"/>
          </p:cNvSpPr>
          <p:nvPr>
            <p:ph type="body" idx="1"/>
          </p:nvPr>
        </p:nvSpPr>
        <p:spPr>
          <a:xfrm>
            <a:off x="7385970" y="4588331"/>
            <a:ext cx="4158335" cy="1621508"/>
          </a:xfrm>
        </p:spPr>
        <p:txBody>
          <a:bodyPr vert="horz" lIns="91440" tIns="45720" rIns="91440" bIns="45720" rtlCol="0" anchor="t">
            <a:normAutofit/>
          </a:bodyPr>
          <a:lstStyle/>
          <a:p>
            <a:r>
              <a:rPr lang="tr-TR" sz="1800" dirty="0">
                <a:solidFill>
                  <a:schemeClr val="tx2">
                    <a:lumMod val="40000"/>
                    <a:lumOff val="60000"/>
                  </a:schemeClr>
                </a:solidFill>
              </a:rPr>
              <a:t>PAGINATION AT USER INTERFACE</a:t>
            </a:r>
            <a:endParaRPr lang="en-US" sz="1800" dirty="0">
              <a:solidFill>
                <a:schemeClr val="tx2">
                  <a:lumMod val="40000"/>
                  <a:lumOff val="60000"/>
                </a:schemeClr>
              </a:solidFill>
            </a:endParaRPr>
          </a:p>
        </p:txBody>
      </p:sp>
      <p:sp>
        <p:nvSpPr>
          <p:cNvPr id="2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647" y="-2"/>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8962" y="-68958"/>
            <a:ext cx="6858001" cy="6995919"/>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en-US"/>
          </a:p>
        </p:txBody>
      </p:sp>
      <p:sp>
        <p:nvSpPr>
          <p:cNvPr id="27" name="Rectangle 26">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2" descr="Migrating a Create-React-App to NextJS | by Moleseng Mokgosi | Better  Programming">
            <a:extLst>
              <a:ext uri="{FF2B5EF4-FFF2-40B4-BE49-F238E27FC236}">
                <a16:creationId xmlns:a16="http://schemas.microsoft.com/office/drawing/2014/main" id="{8801E930-D01D-AD94-7C68-52C2C9290278}"/>
              </a:ext>
            </a:extLst>
          </p:cNvPr>
          <p:cNvPicPr>
            <a:picLocks noGrp="1" noChangeAspect="1" noChangeArrowheads="1"/>
          </p:cNvPicPr>
          <p:nvPr>
            <p:ph idx="4294967295"/>
          </p:nvPr>
        </p:nvPicPr>
        <p:blipFill>
          <a:blip r:embed="rId7">
            <a:extLst>
              <a:ext uri="{28A0092B-C50C-407E-A947-70E740481C1C}">
                <a14:useLocalDpi xmlns:a14="http://schemas.microsoft.com/office/drawing/2010/main" val="0"/>
              </a:ext>
            </a:extLst>
          </a:blip>
          <a:stretch>
            <a:fillRect/>
          </a:stretch>
        </p:blipFill>
        <p:spPr bwMode="auto">
          <a:xfrm>
            <a:off x="643856" y="703491"/>
            <a:ext cx="5450557" cy="545055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6779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7"/>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C988F5B-B3C9-13C8-0D39-5EA5E0C78B4A}"/>
              </a:ext>
            </a:extLst>
          </p:cNvPr>
          <p:cNvSpPr>
            <a:spLocks noGrp="1"/>
          </p:cNvSpPr>
          <p:nvPr>
            <p:ph idx="1"/>
          </p:nvPr>
        </p:nvSpPr>
        <p:spPr>
          <a:xfrm>
            <a:off x="1154955" y="1266961"/>
            <a:ext cx="2904124" cy="4528457"/>
          </a:xfrm>
        </p:spPr>
        <p:txBody>
          <a:bodyPr vert="horz" lIns="91440" tIns="45720" rIns="91440" bIns="45720" rtlCol="0" anchor="ctr">
            <a:normAutofit/>
          </a:bodyPr>
          <a:lstStyle/>
          <a:p>
            <a:pPr marL="0" indent="0" algn="r">
              <a:buNone/>
            </a:pPr>
            <a:r>
              <a:rPr lang="en-US" b="0" i="0" kern="1200" cap="all">
                <a:solidFill>
                  <a:schemeClr val="tx2"/>
                </a:solidFill>
                <a:latin typeface="+mj-lt"/>
                <a:ea typeface="+mj-ea"/>
                <a:cs typeface="+mj-cs"/>
              </a:rPr>
              <a:t>Response Caching</a:t>
            </a:r>
          </a:p>
        </p:txBody>
      </p:sp>
      <p:sp>
        <p:nvSpPr>
          <p:cNvPr id="2" name="Title 1">
            <a:extLst>
              <a:ext uri="{FF2B5EF4-FFF2-40B4-BE49-F238E27FC236}">
                <a16:creationId xmlns:a16="http://schemas.microsoft.com/office/drawing/2014/main" id="{6CF29BEB-C068-FC36-9168-E99413FAFD40}"/>
              </a:ext>
            </a:extLst>
          </p:cNvPr>
          <p:cNvSpPr>
            <a:spLocks noGrp="1"/>
          </p:cNvSpPr>
          <p:nvPr>
            <p:ph type="title"/>
          </p:nvPr>
        </p:nvSpPr>
        <p:spPr>
          <a:xfrm>
            <a:off x="4654297" y="1266964"/>
            <a:ext cx="6808363" cy="4528457"/>
          </a:xfrm>
        </p:spPr>
        <p:txBody>
          <a:bodyPr vert="horz" lIns="91440" tIns="45720" rIns="91440" bIns="45720" rtlCol="0" anchor="ctr">
            <a:normAutofit/>
          </a:bodyPr>
          <a:lstStyle/>
          <a:p>
            <a:r>
              <a:rPr lang="en-US" sz="7200" dirty="0"/>
              <a:t>DAY 5</a:t>
            </a:r>
          </a:p>
        </p:txBody>
      </p:sp>
    </p:spTree>
    <p:extLst>
      <p:ext uri="{BB962C8B-B14F-4D97-AF65-F5344CB8AC3E}">
        <p14:creationId xmlns:p14="http://schemas.microsoft.com/office/powerpoint/2010/main" val="358450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08FABF03-CDD3-1C7F-B085-FDE2EC4E374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E6A222EB-A81E-4238-B08D-AAB1828C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014676C-074B-475A-8346-9C901C86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179C4C8E-197B-4679-AE96-B5147F971C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7"/>
            <a:ext cx="0" cy="3200400"/>
          </a:xfrm>
          <a:prstGeom prst="line">
            <a:avLst/>
          </a:prstGeom>
          <a:ln w="15875" cap="sq">
            <a:solidFill>
              <a:schemeClr val="tx2">
                <a:alpha val="70000"/>
              </a:schemeClr>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C690247-A300-45FB-4F2C-13A20EF7A0B3}"/>
              </a:ext>
            </a:extLst>
          </p:cNvPr>
          <p:cNvSpPr>
            <a:spLocks noGrp="1"/>
          </p:cNvSpPr>
          <p:nvPr>
            <p:ph idx="1"/>
          </p:nvPr>
        </p:nvSpPr>
        <p:spPr>
          <a:xfrm>
            <a:off x="1154955" y="1266961"/>
            <a:ext cx="2904124" cy="4528457"/>
          </a:xfrm>
        </p:spPr>
        <p:txBody>
          <a:bodyPr vert="horz" lIns="91440" tIns="45720" rIns="91440" bIns="45720" rtlCol="0" anchor="ctr">
            <a:normAutofit/>
          </a:bodyPr>
          <a:lstStyle/>
          <a:p>
            <a:pPr marL="0" indent="0" algn="r">
              <a:buNone/>
            </a:pPr>
            <a:r>
              <a:rPr lang="en-US" b="0" i="0" kern="1200" cap="all" dirty="0">
                <a:solidFill>
                  <a:schemeClr val="tx2"/>
                </a:solidFill>
                <a:latin typeface="+mj-lt"/>
                <a:ea typeface="+mj-ea"/>
                <a:cs typeface="+mj-cs"/>
              </a:rPr>
              <a:t>MCP SERVER</a:t>
            </a:r>
          </a:p>
        </p:txBody>
      </p:sp>
      <p:sp>
        <p:nvSpPr>
          <p:cNvPr id="2" name="Title 1">
            <a:extLst>
              <a:ext uri="{FF2B5EF4-FFF2-40B4-BE49-F238E27FC236}">
                <a16:creationId xmlns:a16="http://schemas.microsoft.com/office/drawing/2014/main" id="{40EFB952-19F5-0D94-9EAF-AE2EFE3479AF}"/>
              </a:ext>
            </a:extLst>
          </p:cNvPr>
          <p:cNvSpPr>
            <a:spLocks noGrp="1"/>
          </p:cNvSpPr>
          <p:nvPr>
            <p:ph type="title"/>
          </p:nvPr>
        </p:nvSpPr>
        <p:spPr>
          <a:xfrm>
            <a:off x="4654297" y="1266964"/>
            <a:ext cx="6808363" cy="4528457"/>
          </a:xfrm>
        </p:spPr>
        <p:txBody>
          <a:bodyPr vert="horz" lIns="91440" tIns="45720" rIns="91440" bIns="45720" rtlCol="0" anchor="ctr">
            <a:normAutofit/>
          </a:bodyPr>
          <a:lstStyle/>
          <a:p>
            <a:r>
              <a:rPr lang="en-US" sz="7200" dirty="0"/>
              <a:t>DAY 6</a:t>
            </a:r>
          </a:p>
        </p:txBody>
      </p:sp>
    </p:spTree>
    <p:extLst>
      <p:ext uri="{BB962C8B-B14F-4D97-AF65-F5344CB8AC3E}">
        <p14:creationId xmlns:p14="http://schemas.microsoft.com/office/powerpoint/2010/main" val="2867607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D054-5063-93AD-09E0-F815EFBE2A7E}"/>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FC76C8FB-4DDC-738D-600F-063B0C2DFAB9}"/>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545BBA54-198C-69BC-8D59-8CCD41F40126}"/>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7D654382-2DF2-47FD-BB9D-1A6CEB08F363}"/>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E63C41B4-48C7-F0D0-DCF0-3A96C3FC631B}"/>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BF46C51F-78E0-B3E8-D4E5-9E9B2DF9C353}"/>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D3738EC3-E625-1C2A-94B3-12C433D9A08C}"/>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DAEFD52B-6ED8-C3C2-1841-170B4E9DE39B}"/>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3F596DB1-20CE-DA57-169C-D407820A13EF}"/>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grpSp>
        <p:nvGrpSpPr>
          <p:cNvPr id="39" name="Group 38">
            <a:extLst>
              <a:ext uri="{FF2B5EF4-FFF2-40B4-BE49-F238E27FC236}">
                <a16:creationId xmlns:a16="http://schemas.microsoft.com/office/drawing/2014/main" id="{9CABD518-8CEB-8D92-3F70-E9D106FAF9FB}"/>
              </a:ext>
            </a:extLst>
          </p:cNvPr>
          <p:cNvGrpSpPr/>
          <p:nvPr/>
        </p:nvGrpSpPr>
        <p:grpSpPr>
          <a:xfrm>
            <a:off x="8083697" y="2770946"/>
            <a:ext cx="2714625" cy="2067599"/>
            <a:chOff x="8089900" y="1481773"/>
            <a:chExt cx="2714625" cy="2057142"/>
          </a:xfrm>
        </p:grpSpPr>
        <p:sp>
          <p:nvSpPr>
            <p:cNvPr id="40" name="Rectangle 39">
              <a:extLst>
                <a:ext uri="{FF2B5EF4-FFF2-40B4-BE49-F238E27FC236}">
                  <a16:creationId xmlns:a16="http://schemas.microsoft.com/office/drawing/2014/main" id="{43A7DB58-B4E5-873C-3610-51A033CDF5D6}"/>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AGENT REST API</a:t>
              </a:r>
            </a:p>
          </p:txBody>
        </p:sp>
        <p:sp>
          <p:nvSpPr>
            <p:cNvPr id="41" name="Rectangle 40">
              <a:extLst>
                <a:ext uri="{FF2B5EF4-FFF2-40B4-BE49-F238E27FC236}">
                  <a16:creationId xmlns:a16="http://schemas.microsoft.com/office/drawing/2014/main" id="{9AB05273-94E5-DCDB-6823-D5FA1670CB3D}"/>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AGENTS</a:t>
              </a:r>
            </a:p>
          </p:txBody>
        </p:sp>
        <p:sp>
          <p:nvSpPr>
            <p:cNvPr id="42" name="Rectangle 41">
              <a:extLst>
                <a:ext uri="{FF2B5EF4-FFF2-40B4-BE49-F238E27FC236}">
                  <a16:creationId xmlns:a16="http://schemas.microsoft.com/office/drawing/2014/main" id="{E57B060A-F960-BF62-A25C-1C2298027453}"/>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MCP CLIENT</a:t>
              </a:r>
            </a:p>
          </p:txBody>
        </p:sp>
      </p:grpSp>
      <p:cxnSp>
        <p:nvCxnSpPr>
          <p:cNvPr id="45" name="Connector: Elbow 44">
            <a:extLst>
              <a:ext uri="{FF2B5EF4-FFF2-40B4-BE49-F238E27FC236}">
                <a16:creationId xmlns:a16="http://schemas.microsoft.com/office/drawing/2014/main" id="{8E244569-9881-BEE8-8558-9A7BDC6EB2BB}"/>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6CA0FF1D-635E-08DF-E4B3-4D9D85C42B42}"/>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92544D8B-33A2-5C00-FB95-3E2CEC92F6C8}"/>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1" name="Connector: Elbow 50">
            <a:extLst>
              <a:ext uri="{FF2B5EF4-FFF2-40B4-BE49-F238E27FC236}">
                <a16:creationId xmlns:a16="http://schemas.microsoft.com/office/drawing/2014/main" id="{F75EF71F-5F4B-A857-2EE8-BDCBC248FF4D}"/>
              </a:ext>
            </a:extLst>
          </p:cNvPr>
          <p:cNvCxnSpPr>
            <a:cxnSpLocks/>
            <a:stCxn id="35" idx="3"/>
            <a:endCxn id="42" idx="1"/>
          </p:cNvCxnSpPr>
          <p:nvPr/>
        </p:nvCxnSpPr>
        <p:spPr>
          <a:xfrm>
            <a:off x="7142326" y="1927438"/>
            <a:ext cx="1294165" cy="1942695"/>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3" name="Connector: Elbow 52">
            <a:extLst>
              <a:ext uri="{FF2B5EF4-FFF2-40B4-BE49-F238E27FC236}">
                <a16:creationId xmlns:a16="http://schemas.microsoft.com/office/drawing/2014/main" id="{9E64ABB8-4345-8184-FA01-107779AB061A}"/>
              </a:ext>
            </a:extLst>
          </p:cNvPr>
          <p:cNvCxnSpPr>
            <a:stCxn id="40" idx="2"/>
            <a:endCxn id="27" idx="0"/>
          </p:cNvCxnSpPr>
          <p:nvPr/>
        </p:nvCxnSpPr>
        <p:spPr>
          <a:xfrm rot="5400000">
            <a:off x="7432785" y="3451666"/>
            <a:ext cx="621345" cy="339510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
        <p:nvSpPr>
          <p:cNvPr id="56" name="Rectangle: Diagonal Corners Snipped 55">
            <a:extLst>
              <a:ext uri="{FF2B5EF4-FFF2-40B4-BE49-F238E27FC236}">
                <a16:creationId xmlns:a16="http://schemas.microsoft.com/office/drawing/2014/main" id="{FFE84B33-A1A6-9141-1D2C-528284C64290}"/>
              </a:ext>
            </a:extLst>
          </p:cNvPr>
          <p:cNvSpPr/>
          <p:nvPr/>
        </p:nvSpPr>
        <p:spPr>
          <a:xfrm>
            <a:off x="8022108" y="1304259"/>
            <a:ext cx="2776211" cy="972412"/>
          </a:xfrm>
          <a:prstGeom prst="snip2Diag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OPENAI MODELS</a:t>
            </a:r>
          </a:p>
        </p:txBody>
      </p:sp>
      <p:cxnSp>
        <p:nvCxnSpPr>
          <p:cNvPr id="58" name="Connector: Elbow 57">
            <a:extLst>
              <a:ext uri="{FF2B5EF4-FFF2-40B4-BE49-F238E27FC236}">
                <a16:creationId xmlns:a16="http://schemas.microsoft.com/office/drawing/2014/main" id="{8941350D-EE38-0C67-8228-6B55700E0F01}"/>
              </a:ext>
            </a:extLst>
          </p:cNvPr>
          <p:cNvCxnSpPr>
            <a:stCxn id="56" idx="0"/>
            <a:endCxn id="41" idx="3"/>
          </p:cNvCxnSpPr>
          <p:nvPr/>
        </p:nvCxnSpPr>
        <p:spPr>
          <a:xfrm flipH="1">
            <a:off x="10681212" y="1790467"/>
            <a:ext cx="117104" cy="1522012"/>
          </a:xfrm>
          <a:prstGeom prst="bentConnector3">
            <a:avLst>
              <a:gd name="adj1" fmla="val -195211"/>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497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C877-FE42-C6E4-812C-B41D34D39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A4CE1-ED1A-F424-E436-AFC156894909}"/>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E3BA515F-112B-A4DF-52CB-8528BD7E2523}"/>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83B69D83-B25B-E648-43A1-377181B9D0C7}"/>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C922BCEC-6F0D-168B-EE84-D41065DE549A}"/>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cxnSp>
        <p:nvCxnSpPr>
          <p:cNvPr id="45" name="Connector: Elbow 44">
            <a:extLst>
              <a:ext uri="{FF2B5EF4-FFF2-40B4-BE49-F238E27FC236}">
                <a16:creationId xmlns:a16="http://schemas.microsoft.com/office/drawing/2014/main" id="{A8C8FF17-2299-32CB-0A01-D467D7CF3A2F}"/>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8EFDBED5-9D49-B938-5940-9C7009F45064}"/>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
        <p:nvSpPr>
          <p:cNvPr id="9" name="Speech Bubble: Rectangle 8">
            <a:extLst>
              <a:ext uri="{FF2B5EF4-FFF2-40B4-BE49-F238E27FC236}">
                <a16:creationId xmlns:a16="http://schemas.microsoft.com/office/drawing/2014/main" id="{B324F889-6ACF-2B9B-1C06-8F2BE1E2376F}"/>
              </a:ext>
            </a:extLst>
          </p:cNvPr>
          <p:cNvSpPr/>
          <p:nvPr/>
        </p:nvSpPr>
        <p:spPr>
          <a:xfrm>
            <a:off x="3946359" y="1270538"/>
            <a:ext cx="5984100" cy="3465095"/>
          </a:xfrm>
          <a:prstGeom prst="wedgeRectCallout">
            <a:avLst>
              <a:gd name="adj1" fmla="val -54250"/>
              <a:gd name="adj2" fmla="val 30556"/>
            </a:avLst>
          </a:prstGeom>
          <a:solidFill>
            <a:schemeClr val="tx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screenshot of a computer&#10;&#10;AI-generated content may be incorrect.">
            <a:extLst>
              <a:ext uri="{FF2B5EF4-FFF2-40B4-BE49-F238E27FC236}">
                <a16:creationId xmlns:a16="http://schemas.microsoft.com/office/drawing/2014/main" id="{D177438E-C766-BB63-F860-07DF06AE52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3724" y="1270535"/>
            <a:ext cx="5776739" cy="3466044"/>
          </a:xfrm>
          <a:prstGeom prst="rect">
            <a:avLst/>
          </a:prstGeom>
        </p:spPr>
      </p:pic>
    </p:spTree>
    <p:extLst>
      <p:ext uri="{BB962C8B-B14F-4D97-AF65-F5344CB8AC3E}">
        <p14:creationId xmlns:p14="http://schemas.microsoft.com/office/powerpoint/2010/main" val="3781660726"/>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83C6-9F15-BAC9-EB6D-9EFF2BFDB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3648A-4654-D3C9-0B30-8D3E5FCB6561}"/>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434F89E3-06FE-F0F4-1CB7-6D9FBC3258FE}"/>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5F283E34-652E-99AD-CA58-0ED0B55AE3EC}"/>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2057B6CB-3360-59B5-1F30-1009F78E4CF6}"/>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cxnSp>
        <p:nvCxnSpPr>
          <p:cNvPr id="45" name="Connector: Elbow 44">
            <a:extLst>
              <a:ext uri="{FF2B5EF4-FFF2-40B4-BE49-F238E27FC236}">
                <a16:creationId xmlns:a16="http://schemas.microsoft.com/office/drawing/2014/main" id="{861C1532-DFBA-4359-B172-2049B326701E}"/>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11678071-C316-9F35-2878-F819A88A16F7}"/>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
        <p:nvSpPr>
          <p:cNvPr id="9" name="Speech Bubble: Rectangle 8">
            <a:extLst>
              <a:ext uri="{FF2B5EF4-FFF2-40B4-BE49-F238E27FC236}">
                <a16:creationId xmlns:a16="http://schemas.microsoft.com/office/drawing/2014/main" id="{DDB98772-640D-6EA3-72C1-5F1FE8F7D33B}"/>
              </a:ext>
            </a:extLst>
          </p:cNvPr>
          <p:cNvSpPr/>
          <p:nvPr/>
        </p:nvSpPr>
        <p:spPr>
          <a:xfrm>
            <a:off x="3946359" y="1270539"/>
            <a:ext cx="6431980" cy="3859189"/>
          </a:xfrm>
          <a:prstGeom prst="wedgeRectCallout">
            <a:avLst>
              <a:gd name="adj1" fmla="val 21199"/>
              <a:gd name="adj2" fmla="val 589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A751CDD6-8EE7-8191-04C1-2BA8B626E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360" y="1270539"/>
            <a:ext cx="6431981" cy="3859189"/>
          </a:xfrm>
          <a:prstGeom prst="rect">
            <a:avLst/>
          </a:prstGeom>
        </p:spPr>
      </p:pic>
    </p:spTree>
    <p:extLst>
      <p:ext uri="{BB962C8B-B14F-4D97-AF65-F5344CB8AC3E}">
        <p14:creationId xmlns:p14="http://schemas.microsoft.com/office/powerpoint/2010/main" val="4262234895"/>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D0059-0848-57B3-634C-3E3A831595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DA66E-6CB4-2B4B-90BD-1B63B82517F0}"/>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CF033B02-CDCD-025C-795B-086A4025FF87}"/>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C1B825DE-E674-A1FA-A975-8F1B26934031}"/>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71195A1B-A9BA-8471-47D8-83CD3152588D}"/>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762EA4DF-C534-36B1-5050-555ACF1A5A1C}"/>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EF9AB2ED-C78B-F491-04AB-976D2A508516}"/>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CB7239EA-4934-20C4-76F6-58372A03094A}"/>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529B1A5E-D089-82F3-5CC7-02BE49D879F4}"/>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FB900E12-5455-CB8C-8A01-171EF186A5B1}"/>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cxnSp>
        <p:nvCxnSpPr>
          <p:cNvPr id="45" name="Connector: Elbow 44">
            <a:extLst>
              <a:ext uri="{FF2B5EF4-FFF2-40B4-BE49-F238E27FC236}">
                <a16:creationId xmlns:a16="http://schemas.microsoft.com/office/drawing/2014/main" id="{5CEDCDB3-59D5-2912-53EF-E8B113C7FF92}"/>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3D26BE4C-999D-B8CB-CAE0-13511C3B468F}"/>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9DA8E006-90FB-D5C8-BBB7-AF8151A9EACB}"/>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089869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D0CC-817B-5CC9-C8BA-A6806AD6C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E8A87-05E1-8C5B-CDF7-17B1C9781F92}"/>
              </a:ext>
            </a:extLst>
          </p:cNvPr>
          <p:cNvSpPr>
            <a:spLocks noGrp="1"/>
          </p:cNvSpPr>
          <p:nvPr>
            <p:ph type="title"/>
          </p:nvPr>
        </p:nvSpPr>
        <p:spPr>
          <a:xfrm>
            <a:off x="646113" y="452720"/>
            <a:ext cx="9404723" cy="846693"/>
          </a:xfrm>
        </p:spPr>
        <p:txBody>
          <a:bodyPr>
            <a:normAutofit/>
          </a:bodyPr>
          <a:lstStyle/>
          <a:p>
            <a:r>
              <a:rPr lang="en-US" sz="4000"/>
              <a:t>MCP Server</a:t>
            </a:r>
            <a:endParaRPr lang="tr-TR" sz="4000" dirty="0"/>
          </a:p>
        </p:txBody>
      </p:sp>
      <p:pic>
        <p:nvPicPr>
          <p:cNvPr id="6" name="Content Placeholder 5" descr="A screenshot of a computer program&#10;&#10;AI-generated content may be incorrect.">
            <a:extLst>
              <a:ext uri="{FF2B5EF4-FFF2-40B4-BE49-F238E27FC236}">
                <a16:creationId xmlns:a16="http://schemas.microsoft.com/office/drawing/2014/main" id="{059841ED-FFDC-600D-3501-A7C4A9AF71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03315" y="2885873"/>
            <a:ext cx="8947151" cy="2529291"/>
          </a:xfrm>
        </p:spPr>
      </p:pic>
    </p:spTree>
    <p:extLst>
      <p:ext uri="{BB962C8B-B14F-4D97-AF65-F5344CB8AC3E}">
        <p14:creationId xmlns:p14="http://schemas.microsoft.com/office/powerpoint/2010/main" val="176289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B5099113-0809-B79B-8264-090461CB56B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4" name="Picture 1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6" name="Oval 1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8" name="Picture 1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20" name="Picture 1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22" name="Rectangle 2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544573-5A27-1EAA-CE87-2641B23C3D60}"/>
              </a:ext>
            </a:extLst>
          </p:cNvPr>
          <p:cNvSpPr>
            <a:spLocks noGrp="1"/>
          </p:cNvSpPr>
          <p:nvPr>
            <p:ph type="title"/>
          </p:nvPr>
        </p:nvSpPr>
        <p:spPr>
          <a:xfrm>
            <a:off x="8000837" y="1325884"/>
            <a:ext cx="3543464" cy="3066507"/>
          </a:xfrm>
        </p:spPr>
        <p:txBody>
          <a:bodyPr vert="horz" lIns="91440" tIns="45720" rIns="91440" bIns="45720" rtlCol="0" anchor="b">
            <a:normAutofit/>
          </a:bodyPr>
          <a:lstStyle/>
          <a:p>
            <a:r>
              <a:rPr lang="en-US" sz="4800" dirty="0">
                <a:solidFill>
                  <a:srgbClr val="EBEBEB"/>
                </a:solidFill>
              </a:rPr>
              <a:t>MCP Server</a:t>
            </a:r>
            <a:br>
              <a:rPr lang="en-US" sz="4800" dirty="0">
                <a:solidFill>
                  <a:srgbClr val="EBEBEB"/>
                </a:solidFill>
              </a:rPr>
            </a:br>
            <a:br>
              <a:rPr lang="en-US" sz="4800" dirty="0">
                <a:solidFill>
                  <a:srgbClr val="EBEBEB"/>
                </a:solidFill>
              </a:rPr>
            </a:br>
            <a:r>
              <a:rPr lang="en-US" sz="4800" dirty="0" err="1">
                <a:solidFill>
                  <a:srgbClr val="EBEBEB"/>
                </a:solidFill>
              </a:rPr>
              <a:t>Program.cs</a:t>
            </a:r>
            <a:endParaRPr lang="en-US" sz="4800" dirty="0">
              <a:solidFill>
                <a:srgbClr val="EBEBEB"/>
              </a:solidFill>
            </a:endParaRPr>
          </a:p>
        </p:txBody>
      </p:sp>
      <p:sp>
        <p:nvSpPr>
          <p:cNvPr id="26"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7" y="3"/>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Content Placeholder 6">
            <a:extLst>
              <a:ext uri="{FF2B5EF4-FFF2-40B4-BE49-F238E27FC236}">
                <a16:creationId xmlns:a16="http://schemas.microsoft.com/office/drawing/2014/main" id="{3AAF3A10-A608-8C0D-CB6C-98E4A52A55A7}"/>
              </a:ext>
            </a:extLst>
          </p:cNvPr>
          <p:cNvPicPr>
            <a:picLocks noGrp="1" noChangeAspect="1"/>
          </p:cNvPicPr>
          <p:nvPr>
            <p:ph idx="1"/>
          </p:nvPr>
        </p:nvPicPr>
        <p:blipFill>
          <a:blip r:embed="rId8"/>
          <a:srcRect r="1" b="3149"/>
          <a:stretch>
            <a:fillRect/>
          </a:stretch>
        </p:blipFill>
        <p:spPr>
          <a:xfrm>
            <a:off x="20" y="13"/>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Rectangle 7">
            <a:extLst>
              <a:ext uri="{FF2B5EF4-FFF2-40B4-BE49-F238E27FC236}">
                <a16:creationId xmlns:a16="http://schemas.microsoft.com/office/drawing/2014/main" id="{A4A0AEC0-C6B0-0C8C-4383-24F39BE3A537}"/>
              </a:ext>
            </a:extLst>
          </p:cNvPr>
          <p:cNvSpPr/>
          <p:nvPr/>
        </p:nvSpPr>
        <p:spPr>
          <a:xfrm>
            <a:off x="114301" y="1325881"/>
            <a:ext cx="4980699" cy="1566467"/>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Rectangle 8">
            <a:extLst>
              <a:ext uri="{FF2B5EF4-FFF2-40B4-BE49-F238E27FC236}">
                <a16:creationId xmlns:a16="http://schemas.microsoft.com/office/drawing/2014/main" id="{6B97E817-DFBB-6C10-E90C-0A7213132BA7}"/>
              </a:ext>
            </a:extLst>
          </p:cNvPr>
          <p:cNvSpPr/>
          <p:nvPr/>
        </p:nvSpPr>
        <p:spPr>
          <a:xfrm>
            <a:off x="105255" y="3086101"/>
            <a:ext cx="7552847" cy="1566467"/>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 name="Rectangle 9">
            <a:extLst>
              <a:ext uri="{FF2B5EF4-FFF2-40B4-BE49-F238E27FC236}">
                <a16:creationId xmlns:a16="http://schemas.microsoft.com/office/drawing/2014/main" id="{962AED2A-882B-A54E-3CF9-503D7070062E}"/>
              </a:ext>
            </a:extLst>
          </p:cNvPr>
          <p:cNvSpPr/>
          <p:nvPr/>
        </p:nvSpPr>
        <p:spPr>
          <a:xfrm>
            <a:off x="87314" y="4748888"/>
            <a:ext cx="4738689" cy="1029613"/>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 name="Rectangle 10">
            <a:extLst>
              <a:ext uri="{FF2B5EF4-FFF2-40B4-BE49-F238E27FC236}">
                <a16:creationId xmlns:a16="http://schemas.microsoft.com/office/drawing/2014/main" id="{250F933B-799F-BC09-6E99-ABC98966635C}"/>
              </a:ext>
            </a:extLst>
          </p:cNvPr>
          <p:cNvSpPr/>
          <p:nvPr/>
        </p:nvSpPr>
        <p:spPr>
          <a:xfrm>
            <a:off x="1" y="6324600"/>
            <a:ext cx="1522411" cy="508456"/>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0163226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4CFE9346-5232-8EF4-759A-1805DC12246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7B8A83C-8C49-8686-52B2-02CCF4BE6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4" name="Picture 13">
            <a:extLst>
              <a:ext uri="{FF2B5EF4-FFF2-40B4-BE49-F238E27FC236}">
                <a16:creationId xmlns:a16="http://schemas.microsoft.com/office/drawing/2014/main" id="{59B5BE96-4235-DEEE-9153-0298D9879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6" name="Oval 15">
            <a:extLst>
              <a:ext uri="{FF2B5EF4-FFF2-40B4-BE49-F238E27FC236}">
                <a16:creationId xmlns:a16="http://schemas.microsoft.com/office/drawing/2014/main" id="{FFEF8028-A016-B56A-A140-EC86E9FCB4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8" name="Picture 17">
            <a:extLst>
              <a:ext uri="{FF2B5EF4-FFF2-40B4-BE49-F238E27FC236}">
                <a16:creationId xmlns:a16="http://schemas.microsoft.com/office/drawing/2014/main" id="{1A75D01C-A2A0-EEAE-78A5-7545563630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20" name="Picture 19">
            <a:extLst>
              <a:ext uri="{FF2B5EF4-FFF2-40B4-BE49-F238E27FC236}">
                <a16:creationId xmlns:a16="http://schemas.microsoft.com/office/drawing/2014/main" id="{3F7A9620-33D1-A3E6-50C1-9C6F470E2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22" name="Rectangle 21">
            <a:extLst>
              <a:ext uri="{FF2B5EF4-FFF2-40B4-BE49-F238E27FC236}">
                <a16:creationId xmlns:a16="http://schemas.microsoft.com/office/drawing/2014/main" id="{18B19D60-6592-C84D-28BB-BE0C91E44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E1F6C55F-F07C-BB93-2206-9E383629C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799C3-0211-06D0-5A1D-DF6815C4E875}"/>
              </a:ext>
            </a:extLst>
          </p:cNvPr>
          <p:cNvSpPr>
            <a:spLocks noGrp="1"/>
          </p:cNvSpPr>
          <p:nvPr>
            <p:ph type="title"/>
          </p:nvPr>
        </p:nvSpPr>
        <p:spPr>
          <a:xfrm>
            <a:off x="8000837" y="1325884"/>
            <a:ext cx="3543464" cy="3066507"/>
          </a:xfrm>
        </p:spPr>
        <p:txBody>
          <a:bodyPr vert="horz" lIns="91440" tIns="45720" rIns="91440" bIns="45720" rtlCol="0" anchor="b">
            <a:normAutofit fontScale="90000"/>
          </a:bodyPr>
          <a:lstStyle/>
          <a:p>
            <a:r>
              <a:rPr lang="en-US" sz="4800" dirty="0">
                <a:solidFill>
                  <a:srgbClr val="EBEBEB"/>
                </a:solidFill>
              </a:rPr>
              <a:t>MCP </a:t>
            </a:r>
            <a:br>
              <a:rPr lang="en-US" sz="4800" dirty="0">
                <a:solidFill>
                  <a:srgbClr val="EBEBEB"/>
                </a:solidFill>
              </a:rPr>
            </a:br>
            <a:r>
              <a:rPr lang="en-US" sz="4800" dirty="0">
                <a:solidFill>
                  <a:srgbClr val="EBEBEB"/>
                </a:solidFill>
              </a:rPr>
              <a:t>Server</a:t>
            </a:r>
            <a:br>
              <a:rPr lang="en-US" sz="4800" dirty="0">
                <a:solidFill>
                  <a:srgbClr val="EBEBEB"/>
                </a:solidFill>
              </a:rPr>
            </a:br>
            <a:br>
              <a:rPr lang="en-US" sz="4800" dirty="0">
                <a:solidFill>
                  <a:srgbClr val="EBEBEB"/>
                </a:solidFill>
              </a:rPr>
            </a:br>
            <a:r>
              <a:rPr lang="en-US" sz="4800" dirty="0">
                <a:solidFill>
                  <a:srgbClr val="EBEBEB"/>
                </a:solidFill>
              </a:rPr>
              <a:t>Tool Helpers</a:t>
            </a:r>
          </a:p>
        </p:txBody>
      </p:sp>
      <p:sp>
        <p:nvSpPr>
          <p:cNvPr id="26" name="Freeform 36">
            <a:extLst>
              <a:ext uri="{FF2B5EF4-FFF2-40B4-BE49-F238E27FC236}">
                <a16:creationId xmlns:a16="http://schemas.microsoft.com/office/drawing/2014/main" id="{59EEEF25-798F-BEE4-8285-63DA84E6A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7" y="3"/>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661D1712-2937-0611-3A28-30AEFE2B63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Picture 3">
            <a:extLst>
              <a:ext uri="{FF2B5EF4-FFF2-40B4-BE49-F238E27FC236}">
                <a16:creationId xmlns:a16="http://schemas.microsoft.com/office/drawing/2014/main" id="{A3700A31-6DAF-9DFE-C3E2-9F275136CC60}"/>
              </a:ext>
            </a:extLst>
          </p:cNvPr>
          <p:cNvPicPr>
            <a:picLocks noChangeAspect="1"/>
          </p:cNvPicPr>
          <p:nvPr/>
        </p:nvPicPr>
        <p:blipFill>
          <a:blip r:embed="rId8"/>
          <a:stretch>
            <a:fillRect/>
          </a:stretch>
        </p:blipFill>
        <p:spPr>
          <a:xfrm>
            <a:off x="-1" y="0"/>
            <a:ext cx="7260258" cy="6858000"/>
          </a:xfrm>
          <a:prstGeom prst="rect">
            <a:avLst/>
          </a:prstGeom>
        </p:spPr>
      </p:pic>
    </p:spTree>
    <p:extLst>
      <p:ext uri="{BB962C8B-B14F-4D97-AF65-F5344CB8AC3E}">
        <p14:creationId xmlns:p14="http://schemas.microsoft.com/office/powerpoint/2010/main" val="301161249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2E78B08-FD7A-B148-33DC-371680967518}"/>
            </a:ext>
          </a:extLst>
        </p:cNvPr>
        <p:cNvGrpSpPr/>
        <p:nvPr/>
      </p:nvGrpSpPr>
      <p:grpSpPr>
        <a:xfrm>
          <a:off x="0" y="0"/>
          <a:ext cx="0" cy="0"/>
          <a:chOff x="0" y="0"/>
          <a:chExt cx="0" cy="0"/>
        </a:xfrm>
      </p:grpSpPr>
      <p:pic>
        <p:nvPicPr>
          <p:cNvPr id="65" name="Picture 64">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67" name="Picture 66">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68" name="Oval 6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9" name="Picture 68">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70" name="Picture 6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71" name="Rectangle 7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4FEEA50A-C95A-B8D6-438A-FD001858E735}"/>
              </a:ext>
            </a:extLst>
          </p:cNvPr>
          <p:cNvPicPr>
            <a:picLocks noChangeAspect="1"/>
          </p:cNvPicPr>
          <p:nvPr/>
        </p:nvPicPr>
        <p:blipFill>
          <a:blip r:embed="rId8"/>
          <a:srcRect r="12574" b="1"/>
          <a:stretch>
            <a:fillRect/>
          </a:stretch>
        </p:blipFill>
        <p:spPr>
          <a:xfrm>
            <a:off x="3" y="-2"/>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64"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p>
        </p:txBody>
      </p:sp>
      <p:sp>
        <p:nvSpPr>
          <p:cNvPr id="66" name="Freeform: Shape 65">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6"/>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ADDF8-1D45-1865-271D-772CFE226BAE}"/>
              </a:ext>
            </a:extLst>
          </p:cNvPr>
          <p:cNvSpPr>
            <a:spLocks noGrp="1"/>
          </p:cNvSpPr>
          <p:nvPr>
            <p:ph type="title"/>
          </p:nvPr>
        </p:nvSpPr>
        <p:spPr>
          <a:xfrm>
            <a:off x="636918" y="4854347"/>
            <a:ext cx="11225117" cy="1566640"/>
          </a:xfrm>
        </p:spPr>
        <p:txBody>
          <a:bodyPr vert="horz" lIns="91440" tIns="45720" rIns="91440" bIns="45720" rtlCol="0" anchor="b">
            <a:noAutofit/>
          </a:bodyPr>
          <a:lstStyle/>
          <a:p>
            <a:pPr>
              <a:lnSpc>
                <a:spcPct val="90000"/>
              </a:lnSpc>
            </a:pPr>
            <a:r>
              <a:rPr lang="en-US" sz="3200" dirty="0">
                <a:solidFill>
                  <a:srgbClr val="EBEBEB"/>
                </a:solidFill>
              </a:rPr>
              <a:t>MCP </a:t>
            </a:r>
            <a:br>
              <a:rPr lang="en-US" sz="3200" dirty="0">
                <a:solidFill>
                  <a:srgbClr val="EBEBEB"/>
                </a:solidFill>
              </a:rPr>
            </a:br>
            <a:r>
              <a:rPr lang="en-US" sz="3200" dirty="0">
                <a:solidFill>
                  <a:srgbClr val="EBEBEB"/>
                </a:solidFill>
              </a:rPr>
              <a:t>Server</a:t>
            </a:r>
            <a:br>
              <a:rPr lang="en-US" sz="3200" dirty="0">
                <a:solidFill>
                  <a:srgbClr val="EBEBEB"/>
                </a:solidFill>
              </a:rPr>
            </a:br>
            <a:br>
              <a:rPr lang="en-US" sz="3200" dirty="0">
                <a:solidFill>
                  <a:srgbClr val="EBEBEB"/>
                </a:solidFill>
              </a:rPr>
            </a:br>
            <a:r>
              <a:rPr lang="en-US" sz="3200" dirty="0">
                <a:solidFill>
                  <a:srgbClr val="EBEBEB"/>
                </a:solidFill>
              </a:rPr>
              <a:t>Tool Helpers</a:t>
            </a:r>
          </a:p>
        </p:txBody>
      </p:sp>
    </p:spTree>
    <p:extLst>
      <p:ext uri="{BB962C8B-B14F-4D97-AF65-F5344CB8AC3E}">
        <p14:creationId xmlns:p14="http://schemas.microsoft.com/office/powerpoint/2010/main" val="7397496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468604-A2E6-3123-8A9A-8F3FF65CFBBF}"/>
              </a:ext>
            </a:extLst>
          </p:cNvPr>
          <p:cNvSpPr>
            <a:spLocks noGrp="1"/>
          </p:cNvSpPr>
          <p:nvPr>
            <p:ph type="title"/>
          </p:nvPr>
        </p:nvSpPr>
        <p:spPr>
          <a:xfrm>
            <a:off x="4872015" y="1447803"/>
            <a:ext cx="5222325" cy="3329581"/>
          </a:xfrm>
        </p:spPr>
        <p:txBody>
          <a:bodyPr vert="horz" lIns="91440" tIns="45720" rIns="91440" bIns="45720" rtlCol="0" anchor="b">
            <a:normAutofit fontScale="90000"/>
          </a:bodyPr>
          <a:lstStyle/>
          <a:p>
            <a:r>
              <a:rPr lang="en-US" sz="7200" dirty="0">
                <a:solidFill>
                  <a:srgbClr val="EBEBEB"/>
                </a:solidFill>
              </a:rPr>
              <a:t>DTO Model files - POCO Classes</a:t>
            </a:r>
          </a:p>
        </p:txBody>
      </p:sp>
      <p:sp>
        <p:nvSpPr>
          <p:cNvPr id="24"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2"/>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02BC6C5D-C541-77C7-6D05-D5F4E708ACD1}"/>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2" b="14693"/>
          <a:stretch>
            <a:fillRect/>
          </a:stretch>
        </p:blipFill>
        <p:spPr>
          <a:xfrm>
            <a:off x="20" y="11"/>
            <a:ext cx="4481944" cy="6857991"/>
          </a:xfrm>
          <a:custGeom>
            <a:avLst/>
            <a:gdLst/>
            <a:ahLst/>
            <a:cxnLst/>
            <a:rect l="l" t="t" r="r" b="b"/>
            <a:pathLst>
              <a:path w="4481964" h="6858000">
                <a:moveTo>
                  <a:pt x="0" y="0"/>
                </a:moveTo>
                <a:lnTo>
                  <a:pt x="3137249" y="0"/>
                </a:ln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0" y="6858000"/>
                </a:lnTo>
                <a:close/>
              </a:path>
            </a:pathLst>
          </a:custGeom>
        </p:spPr>
      </p:pic>
      <p:sp>
        <p:nvSpPr>
          <p:cNvPr id="26" name="Rectangle 25">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13168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5D0A4C9-4A79-7A36-61F0-58BEB5AAAF71}"/>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35" name="Picture 34">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37" name="Oval 36">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41" name="Picture 40">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43" name="Rectangle 42">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44">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C4608-5AEC-48A2-8BBA-91EF921904BE}"/>
              </a:ext>
            </a:extLst>
          </p:cNvPr>
          <p:cNvSpPr>
            <a:spLocks noGrp="1"/>
          </p:cNvSpPr>
          <p:nvPr>
            <p:ph type="title"/>
          </p:nvPr>
        </p:nvSpPr>
        <p:spPr>
          <a:xfrm>
            <a:off x="8000837" y="1325884"/>
            <a:ext cx="3543464" cy="3066507"/>
          </a:xfrm>
        </p:spPr>
        <p:txBody>
          <a:bodyPr vert="horz" lIns="91440" tIns="45720" rIns="91440" bIns="45720" rtlCol="0" anchor="b">
            <a:normAutofit/>
          </a:bodyPr>
          <a:lstStyle/>
          <a:p>
            <a:r>
              <a:rPr lang="en-US" sz="4400">
                <a:solidFill>
                  <a:srgbClr val="EBEBEB"/>
                </a:solidFill>
              </a:rPr>
              <a:t>MCP </a:t>
            </a:r>
            <a:br>
              <a:rPr lang="en-US" sz="4400">
                <a:solidFill>
                  <a:srgbClr val="EBEBEB"/>
                </a:solidFill>
              </a:rPr>
            </a:br>
            <a:r>
              <a:rPr lang="en-US" sz="4400">
                <a:solidFill>
                  <a:srgbClr val="EBEBEB"/>
                </a:solidFill>
              </a:rPr>
              <a:t>Server</a:t>
            </a:r>
            <a:br>
              <a:rPr lang="en-US" sz="4400">
                <a:solidFill>
                  <a:srgbClr val="EBEBEB"/>
                </a:solidFill>
              </a:rPr>
            </a:br>
            <a:br>
              <a:rPr lang="en-US" sz="4400">
                <a:solidFill>
                  <a:srgbClr val="EBEBEB"/>
                </a:solidFill>
              </a:rPr>
            </a:br>
            <a:r>
              <a:rPr lang="en-US" sz="4400">
                <a:solidFill>
                  <a:srgbClr val="EBEBEB"/>
                </a:solidFill>
              </a:rPr>
              <a:t>Tool Helpers</a:t>
            </a:r>
          </a:p>
        </p:txBody>
      </p:sp>
      <p:sp>
        <p:nvSpPr>
          <p:cNvPr id="47"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7" y="3"/>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a:extLst>
              <a:ext uri="{FF2B5EF4-FFF2-40B4-BE49-F238E27FC236}">
                <a16:creationId xmlns:a16="http://schemas.microsoft.com/office/drawing/2014/main" id="{93DC02DC-E899-5962-0D00-1993DAE6433B}"/>
              </a:ext>
            </a:extLst>
          </p:cNvPr>
          <p:cNvPicPr>
            <a:picLocks noChangeAspect="1"/>
          </p:cNvPicPr>
          <p:nvPr/>
        </p:nvPicPr>
        <p:blipFill>
          <a:blip r:embed="rId8"/>
          <a:srcRect l="3546" r="17532" b="2"/>
          <a:stretch>
            <a:fillRect/>
          </a:stretch>
        </p:blipFill>
        <p:spPr>
          <a:xfrm>
            <a:off x="20" y="13"/>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49" name="Rectangle 48">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492708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5001E75-6056-6DC2-36F3-12A56A087B3B}"/>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56" name="Picture 5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58" name="Oval 5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0" name="Picture 5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62" name="Picture 6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64" name="Rectangle 6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Rectangle 65">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902B6E-DB44-DBAA-D1FB-4B2D496E0AC7}"/>
              </a:ext>
            </a:extLst>
          </p:cNvPr>
          <p:cNvSpPr>
            <a:spLocks noGrp="1"/>
          </p:cNvSpPr>
          <p:nvPr>
            <p:ph type="title"/>
          </p:nvPr>
        </p:nvSpPr>
        <p:spPr>
          <a:xfrm>
            <a:off x="8000837" y="1325884"/>
            <a:ext cx="3543464" cy="3066507"/>
          </a:xfrm>
        </p:spPr>
        <p:txBody>
          <a:bodyPr vert="horz" lIns="91440" tIns="45720" rIns="91440" bIns="45720" rtlCol="0" anchor="b">
            <a:normAutofit/>
          </a:bodyPr>
          <a:lstStyle/>
          <a:p>
            <a:r>
              <a:rPr lang="en-US" sz="4400">
                <a:solidFill>
                  <a:srgbClr val="EBEBEB"/>
                </a:solidFill>
              </a:rPr>
              <a:t>MCP </a:t>
            </a:r>
            <a:br>
              <a:rPr lang="en-US" sz="4400">
                <a:solidFill>
                  <a:srgbClr val="EBEBEB"/>
                </a:solidFill>
              </a:rPr>
            </a:br>
            <a:r>
              <a:rPr lang="en-US" sz="4400">
                <a:solidFill>
                  <a:srgbClr val="EBEBEB"/>
                </a:solidFill>
              </a:rPr>
              <a:t>Server</a:t>
            </a:r>
            <a:br>
              <a:rPr lang="en-US" sz="4400">
                <a:solidFill>
                  <a:srgbClr val="EBEBEB"/>
                </a:solidFill>
              </a:rPr>
            </a:br>
            <a:br>
              <a:rPr lang="en-US" sz="4400">
                <a:solidFill>
                  <a:srgbClr val="EBEBEB"/>
                </a:solidFill>
              </a:rPr>
            </a:br>
            <a:r>
              <a:rPr lang="en-US" sz="4400">
                <a:solidFill>
                  <a:srgbClr val="EBEBEB"/>
                </a:solidFill>
              </a:rPr>
              <a:t>Tool Helpers</a:t>
            </a:r>
          </a:p>
        </p:txBody>
      </p:sp>
      <p:sp>
        <p:nvSpPr>
          <p:cNvPr id="68"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7" y="3"/>
            <a:ext cx="559472" cy="3709643"/>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Picture 3">
            <a:extLst>
              <a:ext uri="{FF2B5EF4-FFF2-40B4-BE49-F238E27FC236}">
                <a16:creationId xmlns:a16="http://schemas.microsoft.com/office/drawing/2014/main" id="{B1212AD5-C70F-26C6-319F-F6516AEAD54F}"/>
              </a:ext>
            </a:extLst>
          </p:cNvPr>
          <p:cNvPicPr>
            <a:picLocks noChangeAspect="1"/>
          </p:cNvPicPr>
          <p:nvPr/>
        </p:nvPicPr>
        <p:blipFill>
          <a:blip r:embed="rId8"/>
          <a:srcRect r="427"/>
          <a:stretch>
            <a:fillRect/>
          </a:stretch>
        </p:blipFill>
        <p:spPr>
          <a:xfrm>
            <a:off x="20" y="13"/>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70" name="Rectangle 69">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960956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5FCE832-C721-E761-1CA9-A7308EF07871}"/>
            </a:ext>
          </a:extLst>
        </p:cNvPr>
        <p:cNvGrpSpPr/>
        <p:nvPr/>
      </p:nvGrpSpPr>
      <p:grpSpPr>
        <a:xfrm>
          <a:off x="0" y="0"/>
          <a:ext cx="0" cy="0"/>
          <a:chOff x="0" y="0"/>
          <a:chExt cx="0" cy="0"/>
        </a:xfrm>
      </p:grpSpPr>
      <p:pic>
        <p:nvPicPr>
          <p:cNvPr id="128" name="Picture 12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2" y="2669685"/>
            <a:ext cx="4037012" cy="4188315"/>
          </a:xfrm>
          <a:prstGeom prst="rect">
            <a:avLst/>
          </a:prstGeom>
        </p:spPr>
      </p:pic>
      <p:pic>
        <p:nvPicPr>
          <p:cNvPr id="130" name="Picture 12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2" y="2892348"/>
            <a:ext cx="1522412" cy="2365453"/>
          </a:xfrm>
          <a:prstGeom prst="rect">
            <a:avLst/>
          </a:prstGeom>
        </p:spPr>
      </p:pic>
      <p:sp>
        <p:nvSpPr>
          <p:cNvPr id="132" name="Oval 13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4" name="Picture 13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6" y="6"/>
            <a:ext cx="1603387" cy="1141407"/>
          </a:xfrm>
          <a:prstGeom prst="rect">
            <a:avLst/>
          </a:prstGeom>
        </p:spPr>
      </p:pic>
      <p:pic>
        <p:nvPicPr>
          <p:cNvPr id="136" name="Picture 13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82" y="6096000"/>
            <a:ext cx="993735" cy="762000"/>
          </a:xfrm>
          <a:prstGeom prst="rect">
            <a:avLst/>
          </a:prstGeom>
        </p:spPr>
      </p:pic>
      <p:sp>
        <p:nvSpPr>
          <p:cNvPr id="138" name="Rectangle 13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7F0FFEBF-C7F7-044E-45D9-6268B2204591}"/>
              </a:ext>
            </a:extLst>
          </p:cNvPr>
          <p:cNvPicPr preferRelativeResize="0">
            <a:picLocks/>
          </p:cNvPicPr>
          <p:nvPr/>
        </p:nvPicPr>
        <p:blipFill>
          <a:blip r:embed="rId8">
            <a:alphaModFix/>
          </a:blip>
          <a:srcRect/>
          <a:stretch>
            <a:fillRect/>
          </a:stretch>
        </p:blipFill>
        <p:spPr>
          <a:xfrm>
            <a:off x="22" y="14"/>
            <a:ext cx="12191980" cy="6857991"/>
          </a:xfrm>
          <a:prstGeom prst="rect">
            <a:avLst/>
          </a:prstGeom>
        </p:spPr>
      </p:pic>
      <p:sp>
        <p:nvSpPr>
          <p:cNvPr id="150" name="Rectangle 149">
            <a:extLst>
              <a:ext uri="{FF2B5EF4-FFF2-40B4-BE49-F238E27FC236}">
                <a16:creationId xmlns:a16="http://schemas.microsoft.com/office/drawing/2014/main" id="{2B65E6B8-0D17-4912-97E4-60B47A511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104981" y="1295403"/>
            <a:ext cx="4936635" cy="3773691"/>
          </a:xfrm>
          <a:prstGeom prst="rect">
            <a:avLst/>
          </a:prstGeom>
          <a:solidFill>
            <a:schemeClr val="bg1">
              <a:alpha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295BB-B877-2E33-DFCF-B9338A2395E8}"/>
              </a:ext>
            </a:extLst>
          </p:cNvPr>
          <p:cNvSpPr>
            <a:spLocks noGrp="1"/>
          </p:cNvSpPr>
          <p:nvPr>
            <p:ph type="title"/>
          </p:nvPr>
        </p:nvSpPr>
        <p:spPr>
          <a:xfrm>
            <a:off x="6265339" y="1447800"/>
            <a:ext cx="4562452" cy="2154568"/>
          </a:xfrm>
        </p:spPr>
        <p:txBody>
          <a:bodyPr vert="horz" lIns="91440" tIns="45720" rIns="91440" bIns="45720" rtlCol="0" anchor="b">
            <a:normAutofit/>
          </a:bodyPr>
          <a:lstStyle/>
          <a:p>
            <a:pPr>
              <a:lnSpc>
                <a:spcPct val="90000"/>
              </a:lnSpc>
            </a:pPr>
            <a:r>
              <a:rPr lang="en-US" sz="3700"/>
              <a:t>MCP </a:t>
            </a:r>
            <a:br>
              <a:rPr lang="en-US" sz="3700"/>
            </a:br>
            <a:r>
              <a:rPr lang="en-US" sz="3700"/>
              <a:t>Server</a:t>
            </a:r>
            <a:br>
              <a:rPr lang="en-US" sz="3700"/>
            </a:br>
            <a:br>
              <a:rPr lang="en-US" sz="3700"/>
            </a:br>
            <a:r>
              <a:rPr lang="en-US" sz="3700"/>
              <a:t>Tool Helpers</a:t>
            </a:r>
          </a:p>
        </p:txBody>
      </p:sp>
    </p:spTree>
    <p:extLst>
      <p:ext uri="{BB962C8B-B14F-4D97-AF65-F5344CB8AC3E}">
        <p14:creationId xmlns:p14="http://schemas.microsoft.com/office/powerpoint/2010/main" val="17851039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EFC3-A51D-95C5-1613-4BA1FDE15DAA}"/>
              </a:ext>
            </a:extLst>
          </p:cNvPr>
          <p:cNvSpPr>
            <a:spLocks noGrp="1"/>
          </p:cNvSpPr>
          <p:nvPr>
            <p:ph type="ctrTitle"/>
          </p:nvPr>
        </p:nvSpPr>
        <p:spPr/>
        <p:txBody>
          <a:bodyPr/>
          <a:lstStyle/>
          <a:p>
            <a:r>
              <a:rPr lang="en-US" dirty="0"/>
              <a:t>MCP SERVER</a:t>
            </a:r>
          </a:p>
        </p:txBody>
      </p:sp>
      <p:sp>
        <p:nvSpPr>
          <p:cNvPr id="4" name="Subtitle 3">
            <a:extLst>
              <a:ext uri="{FF2B5EF4-FFF2-40B4-BE49-F238E27FC236}">
                <a16:creationId xmlns:a16="http://schemas.microsoft.com/office/drawing/2014/main" id="{78284DCB-71CD-9FDE-D7DB-36255C75276B}"/>
              </a:ext>
            </a:extLst>
          </p:cNvPr>
          <p:cNvSpPr>
            <a:spLocks noGrp="1"/>
          </p:cNvSpPr>
          <p:nvPr>
            <p:ph type="subTitle" idx="1"/>
          </p:nvPr>
        </p:nvSpPr>
        <p:spPr/>
        <p:txBody>
          <a:bodyPr/>
          <a:lstStyle/>
          <a:p>
            <a:r>
              <a:rPr lang="en-US" dirty="0"/>
              <a:t>TOOLS</a:t>
            </a:r>
          </a:p>
        </p:txBody>
      </p:sp>
    </p:spTree>
    <p:extLst>
      <p:ext uri="{BB962C8B-B14F-4D97-AF65-F5344CB8AC3E}">
        <p14:creationId xmlns:p14="http://schemas.microsoft.com/office/powerpoint/2010/main" val="2187160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7E03-4E79-D64C-1B9F-307AED860F65}"/>
              </a:ext>
            </a:extLst>
          </p:cNvPr>
          <p:cNvSpPr>
            <a:spLocks noGrp="1"/>
          </p:cNvSpPr>
          <p:nvPr>
            <p:ph type="title"/>
          </p:nvPr>
        </p:nvSpPr>
        <p:spPr/>
        <p:txBody>
          <a:bodyPr/>
          <a:lstStyle/>
          <a:p>
            <a:r>
              <a:rPr lang="en-US"/>
              <a:t>MCP Server - Tools</a:t>
            </a:r>
            <a:endParaRPr lang="en-US" dirty="0"/>
          </a:p>
        </p:txBody>
      </p:sp>
      <p:pic>
        <p:nvPicPr>
          <p:cNvPr id="5" name="Content Placeholder 4">
            <a:extLst>
              <a:ext uri="{FF2B5EF4-FFF2-40B4-BE49-F238E27FC236}">
                <a16:creationId xmlns:a16="http://schemas.microsoft.com/office/drawing/2014/main" id="{AA545231-0D55-0578-25B1-4BDA8E071496}"/>
              </a:ext>
            </a:extLst>
          </p:cNvPr>
          <p:cNvPicPr>
            <a:picLocks noGrp="1" noChangeAspect="1"/>
          </p:cNvPicPr>
          <p:nvPr>
            <p:ph idx="1"/>
          </p:nvPr>
        </p:nvPicPr>
        <p:blipFill>
          <a:blip r:embed="rId3"/>
          <a:stretch>
            <a:fillRect/>
          </a:stretch>
        </p:blipFill>
        <p:spPr>
          <a:xfrm>
            <a:off x="74761" y="2332143"/>
            <a:ext cx="12057283" cy="3984771"/>
          </a:xfrm>
        </p:spPr>
      </p:pic>
      <p:sp>
        <p:nvSpPr>
          <p:cNvPr id="6" name="Rectangle 5">
            <a:extLst>
              <a:ext uri="{FF2B5EF4-FFF2-40B4-BE49-F238E27FC236}">
                <a16:creationId xmlns:a16="http://schemas.microsoft.com/office/drawing/2014/main" id="{F1F0E2D2-18F4-27DA-493A-E530237DA731}"/>
              </a:ext>
            </a:extLst>
          </p:cNvPr>
          <p:cNvSpPr/>
          <p:nvPr/>
        </p:nvSpPr>
        <p:spPr>
          <a:xfrm>
            <a:off x="394288" y="4790118"/>
            <a:ext cx="11660697" cy="138418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066471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C8D22-2C24-890A-48C2-EB3E726CF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1A08D-EC5A-665E-9962-175FCF8D9A36}"/>
              </a:ext>
            </a:extLst>
          </p:cNvPr>
          <p:cNvSpPr>
            <a:spLocks noGrp="1"/>
          </p:cNvSpPr>
          <p:nvPr>
            <p:ph type="title"/>
          </p:nvPr>
        </p:nvSpPr>
        <p:spPr/>
        <p:txBody>
          <a:bodyPr/>
          <a:lstStyle/>
          <a:p>
            <a:r>
              <a:rPr lang="en-US"/>
              <a:t>MCP Server - Tools</a:t>
            </a:r>
            <a:endParaRPr lang="en-US" dirty="0"/>
          </a:p>
        </p:txBody>
      </p:sp>
      <p:pic>
        <p:nvPicPr>
          <p:cNvPr id="12" name="Content Placeholder 11">
            <a:extLst>
              <a:ext uri="{FF2B5EF4-FFF2-40B4-BE49-F238E27FC236}">
                <a16:creationId xmlns:a16="http://schemas.microsoft.com/office/drawing/2014/main" id="{E6995CDF-06D2-5715-7676-8D06DDFC965B}"/>
              </a:ext>
            </a:extLst>
          </p:cNvPr>
          <p:cNvPicPr>
            <a:picLocks noGrp="1" noChangeAspect="1"/>
          </p:cNvPicPr>
          <p:nvPr>
            <p:ph idx="1"/>
          </p:nvPr>
        </p:nvPicPr>
        <p:blipFill>
          <a:blip r:embed="rId3"/>
          <a:stretch>
            <a:fillRect/>
          </a:stretch>
        </p:blipFill>
        <p:spPr>
          <a:xfrm>
            <a:off x="-10814" y="2716848"/>
            <a:ext cx="12213628" cy="2585545"/>
          </a:xfrm>
        </p:spPr>
      </p:pic>
    </p:spTree>
    <p:extLst>
      <p:ext uri="{BB962C8B-B14F-4D97-AF65-F5344CB8AC3E}">
        <p14:creationId xmlns:p14="http://schemas.microsoft.com/office/powerpoint/2010/main" val="2093055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9C84-1331-E12F-259B-68A7025D0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0DBE9-3EEF-A7B5-F85E-241AB2E0A845}"/>
              </a:ext>
            </a:extLst>
          </p:cNvPr>
          <p:cNvSpPr>
            <a:spLocks noGrp="1"/>
          </p:cNvSpPr>
          <p:nvPr>
            <p:ph type="title"/>
          </p:nvPr>
        </p:nvSpPr>
        <p:spPr/>
        <p:txBody>
          <a:bodyPr/>
          <a:lstStyle/>
          <a:p>
            <a:r>
              <a:rPr lang="en-US"/>
              <a:t>MCP Server - Tools</a:t>
            </a:r>
            <a:endParaRPr lang="en-US" dirty="0"/>
          </a:p>
        </p:txBody>
      </p:sp>
      <p:pic>
        <p:nvPicPr>
          <p:cNvPr id="8" name="Content Placeholder 7">
            <a:extLst>
              <a:ext uri="{FF2B5EF4-FFF2-40B4-BE49-F238E27FC236}">
                <a16:creationId xmlns:a16="http://schemas.microsoft.com/office/drawing/2014/main" id="{241B96E1-1678-2A4A-0C59-F8EAB078A967}"/>
              </a:ext>
            </a:extLst>
          </p:cNvPr>
          <p:cNvPicPr>
            <a:picLocks noGrp="1" noChangeAspect="1"/>
          </p:cNvPicPr>
          <p:nvPr>
            <p:ph idx="1"/>
          </p:nvPr>
        </p:nvPicPr>
        <p:blipFill>
          <a:blip r:embed="rId3"/>
          <a:srcRect r="54344"/>
          <a:stretch>
            <a:fillRect/>
          </a:stretch>
        </p:blipFill>
        <p:spPr>
          <a:xfrm>
            <a:off x="0" y="1632873"/>
            <a:ext cx="12164631" cy="3967827"/>
          </a:xfrm>
        </p:spPr>
      </p:pic>
    </p:spTree>
    <p:extLst>
      <p:ext uri="{BB962C8B-B14F-4D97-AF65-F5344CB8AC3E}">
        <p14:creationId xmlns:p14="http://schemas.microsoft.com/office/powerpoint/2010/main" val="4867602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9" name="Picture 18">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A1D02A-BE44-6986-46F6-7449FC2A481E}"/>
              </a:ext>
            </a:extLst>
          </p:cNvPr>
          <p:cNvSpPr>
            <a:spLocks noGrp="1"/>
          </p:cNvSpPr>
          <p:nvPr>
            <p:ph type="title"/>
          </p:nvPr>
        </p:nvSpPr>
        <p:spPr>
          <a:xfrm>
            <a:off x="8191925" y="1325880"/>
            <a:ext cx="3352375" cy="3066507"/>
          </a:xfrm>
        </p:spPr>
        <p:txBody>
          <a:bodyPr vert="horz" lIns="91440" tIns="45720" rIns="91440" bIns="45720" rtlCol="0" anchor="b">
            <a:normAutofit/>
          </a:bodyPr>
          <a:lstStyle/>
          <a:p>
            <a:pPr defTabSz="457200">
              <a:lnSpc>
                <a:spcPct val="90000"/>
              </a:lnSpc>
            </a:pPr>
            <a:r>
              <a:rPr lang="en-US" sz="5400" b="0" i="0" kern="1200">
                <a:solidFill>
                  <a:srgbClr val="EBEBEB"/>
                </a:solidFill>
                <a:latin typeface="+mj-lt"/>
                <a:ea typeface="+mj-ea"/>
                <a:cs typeface="+mj-cs"/>
              </a:rPr>
              <a:t>MCP Server Launch Config</a:t>
            </a:r>
          </a:p>
        </p:txBody>
      </p:sp>
      <p:sp>
        <p:nvSpPr>
          <p:cNvPr id="24"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computer screen shot of a program code&#10;&#10;AI-generated content may be incorrect.">
            <a:extLst>
              <a:ext uri="{FF2B5EF4-FFF2-40B4-BE49-F238E27FC236}">
                <a16:creationId xmlns:a16="http://schemas.microsoft.com/office/drawing/2014/main" id="{EADD01C3-F64C-473F-9D9D-659695B4F11D}"/>
              </a:ext>
            </a:extLst>
          </p:cNvPr>
          <p:cNvPicPr>
            <a:picLocks noGrp="1" noChangeAspect="1"/>
          </p:cNvPicPr>
          <p:nvPr>
            <p:ph idx="1"/>
          </p:nvPr>
        </p:nvPicPr>
        <p:blipFill>
          <a:blip r:embed="rId7"/>
          <a:stretch>
            <a:fillRect/>
          </a:stretch>
        </p:blipFill>
        <p:spPr>
          <a:xfrm>
            <a:off x="804779" y="647698"/>
            <a:ext cx="5948812" cy="5562139"/>
          </a:xfrm>
          <a:prstGeom prst="rect">
            <a:avLst/>
          </a:prstGeom>
          <a:effectLst/>
        </p:spPr>
      </p:pic>
      <p:sp>
        <p:nvSpPr>
          <p:cNvPr id="13" name="Rectangle 12">
            <a:extLst>
              <a:ext uri="{FF2B5EF4-FFF2-40B4-BE49-F238E27FC236}">
                <a16:creationId xmlns:a16="http://schemas.microsoft.com/office/drawing/2014/main" id="{AB070CF3-F854-965D-BC90-58CD0EF147D4}"/>
              </a:ext>
            </a:extLst>
          </p:cNvPr>
          <p:cNvSpPr/>
          <p:nvPr/>
        </p:nvSpPr>
        <p:spPr>
          <a:xfrm>
            <a:off x="2768600" y="2527300"/>
            <a:ext cx="2067470" cy="365047"/>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840410189"/>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ED397D-5139-72F5-5D77-5945174DE5DD}"/>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a:solidFill>
                  <a:srgbClr val="EBEBEB"/>
                </a:solidFill>
              </a:rPr>
              <a:t>MCP Server Test</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44CD0321-6B36-8DE2-37AC-701A971140D7}"/>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l="531" r="25356" b="2"/>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Rectangle 5">
            <a:extLst>
              <a:ext uri="{FF2B5EF4-FFF2-40B4-BE49-F238E27FC236}">
                <a16:creationId xmlns:a16="http://schemas.microsoft.com/office/drawing/2014/main" id="{A75CB13E-27A4-38A3-355E-153E082C3CEC}"/>
              </a:ext>
            </a:extLst>
          </p:cNvPr>
          <p:cNvSpPr/>
          <p:nvPr/>
        </p:nvSpPr>
        <p:spPr>
          <a:xfrm>
            <a:off x="2743200" y="5461000"/>
            <a:ext cx="2070100" cy="444500"/>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672540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6996A572-746A-153D-8298-95A7F5BE2EC9}"/>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3" name="Picture 32">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5" name="Oval 34">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7" name="Picture 36">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9" name="Picture 38">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1" name="Rectangle 4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 name="Content Placeholder 10" descr="A screenshot of a computer&#10;&#10;AI-generated content may be incorrect.">
            <a:extLst>
              <a:ext uri="{FF2B5EF4-FFF2-40B4-BE49-F238E27FC236}">
                <a16:creationId xmlns:a16="http://schemas.microsoft.com/office/drawing/2014/main" id="{5DF156EE-EA81-430D-4436-47D7DAD619CA}"/>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t="6750" r="-1" b="3244"/>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43"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CBE43F-0E33-EBD4-B250-E6F0B758C9F5}"/>
              </a:ext>
            </a:extLst>
          </p:cNvPr>
          <p:cNvSpPr>
            <a:spLocks noGrp="1"/>
          </p:cNvSpPr>
          <p:nvPr>
            <p:ph type="title"/>
          </p:nvPr>
        </p:nvSpPr>
        <p:spPr>
          <a:xfrm>
            <a:off x="636916" y="4854346"/>
            <a:ext cx="10407602" cy="868026"/>
          </a:xfrm>
        </p:spPr>
        <p:txBody>
          <a:bodyPr vert="horz" lIns="91440" tIns="45720" rIns="91440" bIns="45720" rtlCol="0" anchor="b">
            <a:normAutofit/>
          </a:bodyPr>
          <a:lstStyle/>
          <a:p>
            <a:pPr defTabSz="457200"/>
            <a:r>
              <a:rPr lang="en-US" sz="4800" dirty="0">
                <a:solidFill>
                  <a:srgbClr val="EBEBEB"/>
                </a:solidFill>
              </a:rPr>
              <a:t>MCP Server Test</a:t>
            </a:r>
          </a:p>
        </p:txBody>
      </p:sp>
      <p:sp>
        <p:nvSpPr>
          <p:cNvPr id="13" name="Rectangle 12">
            <a:extLst>
              <a:ext uri="{FF2B5EF4-FFF2-40B4-BE49-F238E27FC236}">
                <a16:creationId xmlns:a16="http://schemas.microsoft.com/office/drawing/2014/main" id="{F9393A9B-8EC3-99C8-0DDA-344815BD9E6A}"/>
              </a:ext>
            </a:extLst>
          </p:cNvPr>
          <p:cNvSpPr/>
          <p:nvPr/>
        </p:nvSpPr>
        <p:spPr>
          <a:xfrm>
            <a:off x="2547938" y="1643592"/>
            <a:ext cx="3306761" cy="413808"/>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7928538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1" name="Picture 3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2" name="Oval 3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 name="Picture 32">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4" name="Picture 33">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5" name="Rectangle 34">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screen shot of a computer&#10;&#10;AI-generated content may be incorrect.">
            <a:extLst>
              <a:ext uri="{FF2B5EF4-FFF2-40B4-BE49-F238E27FC236}">
                <a16:creationId xmlns:a16="http://schemas.microsoft.com/office/drawing/2014/main" id="{26FB3BFD-CE18-096A-E97B-726CDD4536C4}"/>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l="9033" r="55147"/>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36"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37" name="Freeform: Shape 36">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AC5E26-0B5D-A9C1-4BCA-4656ECD2549C}"/>
              </a:ext>
            </a:extLst>
          </p:cNvPr>
          <p:cNvSpPr>
            <a:spLocks noGrp="1"/>
          </p:cNvSpPr>
          <p:nvPr>
            <p:ph type="title"/>
          </p:nvPr>
        </p:nvSpPr>
        <p:spPr>
          <a:xfrm>
            <a:off x="636916" y="4854346"/>
            <a:ext cx="10407602" cy="868026"/>
          </a:xfrm>
        </p:spPr>
        <p:txBody>
          <a:bodyPr vert="horz" lIns="91440" tIns="45720" rIns="91440" bIns="45720" rtlCol="0" anchor="b">
            <a:normAutofit/>
          </a:bodyPr>
          <a:lstStyle/>
          <a:p>
            <a:pPr defTabSz="457200"/>
            <a:r>
              <a:rPr lang="en-US" sz="4800" dirty="0">
                <a:solidFill>
                  <a:srgbClr val="EBEBEB"/>
                </a:solidFill>
              </a:rPr>
              <a:t>MCP Server Test</a:t>
            </a:r>
          </a:p>
        </p:txBody>
      </p:sp>
      <p:sp>
        <p:nvSpPr>
          <p:cNvPr id="6" name="Rectangle 5">
            <a:extLst>
              <a:ext uri="{FF2B5EF4-FFF2-40B4-BE49-F238E27FC236}">
                <a16:creationId xmlns:a16="http://schemas.microsoft.com/office/drawing/2014/main" id="{2F67B708-23E2-B857-B6EB-7E63C7C653EF}"/>
              </a:ext>
            </a:extLst>
          </p:cNvPr>
          <p:cNvSpPr/>
          <p:nvPr/>
        </p:nvSpPr>
        <p:spPr>
          <a:xfrm>
            <a:off x="3582989" y="1784086"/>
            <a:ext cx="4669630" cy="520507"/>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6576501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BD82BFE2-7E81-9163-DFC0-6A676A0E9BEE}"/>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18644" b="-1"/>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22"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24" name="Freeform: Shape 23">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040DA7-4B99-4CF5-3124-51A981BCDBDD}"/>
              </a:ext>
            </a:extLst>
          </p:cNvPr>
          <p:cNvSpPr>
            <a:spLocks noGrp="1"/>
          </p:cNvSpPr>
          <p:nvPr>
            <p:ph type="title"/>
          </p:nvPr>
        </p:nvSpPr>
        <p:spPr>
          <a:xfrm>
            <a:off x="636916" y="4854346"/>
            <a:ext cx="10407602" cy="868026"/>
          </a:xfrm>
        </p:spPr>
        <p:txBody>
          <a:bodyPr vert="horz" lIns="91440" tIns="45720" rIns="91440" bIns="45720" rtlCol="0" anchor="b">
            <a:normAutofit/>
          </a:bodyPr>
          <a:lstStyle/>
          <a:p>
            <a:pPr defTabSz="457200"/>
            <a:r>
              <a:rPr lang="en-US" sz="4800" dirty="0">
                <a:solidFill>
                  <a:srgbClr val="EBEBEB"/>
                </a:solidFill>
              </a:rPr>
              <a:t>MCP Server Test</a:t>
            </a:r>
          </a:p>
        </p:txBody>
      </p:sp>
      <p:sp>
        <p:nvSpPr>
          <p:cNvPr id="6" name="Rectangle 5">
            <a:extLst>
              <a:ext uri="{FF2B5EF4-FFF2-40B4-BE49-F238E27FC236}">
                <a16:creationId xmlns:a16="http://schemas.microsoft.com/office/drawing/2014/main" id="{1403EB9D-D591-567F-C887-68C948454921}"/>
              </a:ext>
            </a:extLst>
          </p:cNvPr>
          <p:cNvSpPr/>
          <p:nvPr/>
        </p:nvSpPr>
        <p:spPr>
          <a:xfrm>
            <a:off x="3946566" y="30883"/>
            <a:ext cx="4892633" cy="509890"/>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309353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9" name="Oval 18">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1" name="Picture 20">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7E6C8-F40D-9E33-96AC-204269D5FF74}"/>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solidFill>
                  <a:srgbClr val="EBEBEB"/>
                </a:solidFill>
              </a:rPr>
              <a:t>MCP Server Test</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8B2C27A6-894D-58D4-3D63-7185231E1C51}"/>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l="543" r="29585" b="-1"/>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Rectangle: Rounded Corners 5">
            <a:extLst>
              <a:ext uri="{FF2B5EF4-FFF2-40B4-BE49-F238E27FC236}">
                <a16:creationId xmlns:a16="http://schemas.microsoft.com/office/drawing/2014/main" id="{295DF5B5-D172-CCB2-B2B9-2AAF553EC82C}"/>
              </a:ext>
            </a:extLst>
          </p:cNvPr>
          <p:cNvSpPr/>
          <p:nvPr/>
        </p:nvSpPr>
        <p:spPr>
          <a:xfrm>
            <a:off x="0" y="952500"/>
            <a:ext cx="1790700" cy="647700"/>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E1122EA-5F73-80A2-1B67-12C4A83C1B73}"/>
              </a:ext>
            </a:extLst>
          </p:cNvPr>
          <p:cNvSpPr/>
          <p:nvPr/>
        </p:nvSpPr>
        <p:spPr>
          <a:xfrm>
            <a:off x="-27699" y="381000"/>
            <a:ext cx="1790700" cy="571499"/>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A1695D2-035D-57A9-3B21-465B8A7D70BE}"/>
              </a:ext>
            </a:extLst>
          </p:cNvPr>
          <p:cNvSpPr/>
          <p:nvPr/>
        </p:nvSpPr>
        <p:spPr>
          <a:xfrm>
            <a:off x="2018505" y="570703"/>
            <a:ext cx="4326771" cy="647700"/>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D91026-6646-B76C-1078-D6A37536E870}"/>
              </a:ext>
            </a:extLst>
          </p:cNvPr>
          <p:cNvSpPr/>
          <p:nvPr/>
        </p:nvSpPr>
        <p:spPr>
          <a:xfrm>
            <a:off x="2018504" y="1465246"/>
            <a:ext cx="4326771" cy="2598754"/>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7779065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245CD580-1F1C-B5D9-B6EC-73BC0ED58BFB}"/>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t="11028" r="-1" b="12004"/>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22"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24" name="Freeform: Shape 23">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14F6DF-4961-2283-23AC-3BFECFDC0014}"/>
              </a:ext>
            </a:extLst>
          </p:cNvPr>
          <p:cNvSpPr>
            <a:spLocks noGrp="1"/>
          </p:cNvSpPr>
          <p:nvPr>
            <p:ph type="title"/>
          </p:nvPr>
        </p:nvSpPr>
        <p:spPr>
          <a:xfrm>
            <a:off x="636916" y="4854346"/>
            <a:ext cx="10407602" cy="868026"/>
          </a:xfrm>
        </p:spPr>
        <p:txBody>
          <a:bodyPr vert="horz" lIns="91440" tIns="45720" rIns="91440" bIns="45720" rtlCol="0" anchor="b">
            <a:normAutofit/>
          </a:bodyPr>
          <a:lstStyle/>
          <a:p>
            <a:pPr defTabSz="457200"/>
            <a:r>
              <a:rPr lang="en-US" sz="4800">
                <a:solidFill>
                  <a:srgbClr val="EBEBEB"/>
                </a:solidFill>
              </a:rPr>
              <a:t>MCP Server Test</a:t>
            </a:r>
          </a:p>
        </p:txBody>
      </p:sp>
      <p:sp>
        <p:nvSpPr>
          <p:cNvPr id="6" name="Rectangle: Rounded Corners 5">
            <a:extLst>
              <a:ext uri="{FF2B5EF4-FFF2-40B4-BE49-F238E27FC236}">
                <a16:creationId xmlns:a16="http://schemas.microsoft.com/office/drawing/2014/main" id="{391027A0-66A8-F67B-1D01-13674B2C8243}"/>
              </a:ext>
            </a:extLst>
          </p:cNvPr>
          <p:cNvSpPr/>
          <p:nvPr/>
        </p:nvSpPr>
        <p:spPr>
          <a:xfrm>
            <a:off x="304005" y="2345835"/>
            <a:ext cx="4598195" cy="647700"/>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1612EF38-A6C2-BAE4-26A9-D65196E2F530}"/>
              </a:ext>
            </a:extLst>
          </p:cNvPr>
          <p:cNvSpPr/>
          <p:nvPr/>
        </p:nvSpPr>
        <p:spPr>
          <a:xfrm>
            <a:off x="6294081" y="215898"/>
            <a:ext cx="1021120" cy="533402"/>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544791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A87FA-41CD-25C5-435C-76D8D08DB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2559B-05CF-AE99-9CC5-CC0C70F7EBD1}"/>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2DA23072-2041-5B91-93FF-567E8699A17D}"/>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CB117501-59EB-D5A5-3044-A60B899CB68D}"/>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7A7CBA0B-BBC2-EE29-0F91-9906766BF5C9}"/>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27A82C12-25E1-6FC7-D705-58BA51143D07}"/>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1138C496-A832-F3CC-8854-EB82C7FE8C1E}"/>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C2F59FD9-A298-00B8-8CA8-9A9FFAC030D7}"/>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17859041-98BD-C9F2-879C-C92744262F9E}"/>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B089572E-FE09-A56F-BB87-4DD4C0E7709B}"/>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cxnSp>
        <p:nvCxnSpPr>
          <p:cNvPr id="45" name="Connector: Elbow 44">
            <a:extLst>
              <a:ext uri="{FF2B5EF4-FFF2-40B4-BE49-F238E27FC236}">
                <a16:creationId xmlns:a16="http://schemas.microsoft.com/office/drawing/2014/main" id="{5D18DF38-DEB5-7B98-B192-D8993C2093C9}"/>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A8D13175-900E-A4F3-2760-2E1865DEF76D}"/>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A31664BC-EC8F-7225-CAB2-FD7FDDB673FD}"/>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338280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7FFAF-911D-E674-6D26-91D45A27A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E54CD-A873-5199-82E3-0D152EBBFD44}"/>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FA89BA65-8377-78B8-728B-06356204E04A}"/>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7D40D6ED-8799-6FE1-29F5-4419C1ABBB00}"/>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F1161467-192B-91D2-A49A-D5B8295D51BA}"/>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A9E87A99-891A-C3A2-63EB-A3A1B21AF10C}"/>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1C3728FF-F9F6-E8DB-519E-8D2BFD346B3E}"/>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49765955-F030-9CE5-3BC5-57EAB882E619}"/>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5C8EA202-0D31-C03F-1615-924108556331}"/>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8611BDC8-F89A-3B50-A374-E915D9AC960E}"/>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grpSp>
        <p:nvGrpSpPr>
          <p:cNvPr id="39" name="Group 38">
            <a:extLst>
              <a:ext uri="{FF2B5EF4-FFF2-40B4-BE49-F238E27FC236}">
                <a16:creationId xmlns:a16="http://schemas.microsoft.com/office/drawing/2014/main" id="{40137C62-F7E5-29C2-241C-5EB90D36699D}"/>
              </a:ext>
            </a:extLst>
          </p:cNvPr>
          <p:cNvGrpSpPr/>
          <p:nvPr/>
        </p:nvGrpSpPr>
        <p:grpSpPr>
          <a:xfrm>
            <a:off x="8083697" y="2770946"/>
            <a:ext cx="2714625" cy="2067599"/>
            <a:chOff x="8089900" y="1481773"/>
            <a:chExt cx="2714625" cy="2057142"/>
          </a:xfrm>
        </p:grpSpPr>
        <p:sp>
          <p:nvSpPr>
            <p:cNvPr id="40" name="Rectangle 39">
              <a:extLst>
                <a:ext uri="{FF2B5EF4-FFF2-40B4-BE49-F238E27FC236}">
                  <a16:creationId xmlns:a16="http://schemas.microsoft.com/office/drawing/2014/main" id="{DB76BBF8-78CF-FDA9-7CC0-C16459E001DD}"/>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AGENT REST API</a:t>
              </a:r>
            </a:p>
          </p:txBody>
        </p:sp>
        <p:sp>
          <p:nvSpPr>
            <p:cNvPr id="41" name="Rectangle 40">
              <a:extLst>
                <a:ext uri="{FF2B5EF4-FFF2-40B4-BE49-F238E27FC236}">
                  <a16:creationId xmlns:a16="http://schemas.microsoft.com/office/drawing/2014/main" id="{4E9005AB-876E-8E9D-37D9-46F90A35099A}"/>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AGENTS</a:t>
              </a:r>
            </a:p>
          </p:txBody>
        </p:sp>
        <p:sp>
          <p:nvSpPr>
            <p:cNvPr id="42" name="Rectangle 41">
              <a:extLst>
                <a:ext uri="{FF2B5EF4-FFF2-40B4-BE49-F238E27FC236}">
                  <a16:creationId xmlns:a16="http://schemas.microsoft.com/office/drawing/2014/main" id="{465D1465-6247-DC32-C328-9F688A4A5057}"/>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MCP CLIENT</a:t>
              </a:r>
            </a:p>
          </p:txBody>
        </p:sp>
      </p:grpSp>
      <p:cxnSp>
        <p:nvCxnSpPr>
          <p:cNvPr id="45" name="Connector: Elbow 44">
            <a:extLst>
              <a:ext uri="{FF2B5EF4-FFF2-40B4-BE49-F238E27FC236}">
                <a16:creationId xmlns:a16="http://schemas.microsoft.com/office/drawing/2014/main" id="{5A906B76-8933-31CE-1BE7-E263D752808C}"/>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F5AD901A-61A3-2FC0-0496-731FFD6E0C83}"/>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23B0B193-ADBC-B7D7-8F3E-207BD53DFA86}"/>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1931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5FF5B-F66B-5B63-BE37-0EA323C55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6D7A2-4767-4245-7126-0D817731BCAC}"/>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61C5A23B-2BF2-F4D3-BDEC-49A1650DAF7E}"/>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60D3480C-2827-838C-1113-3078566C12D4}"/>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C58BD410-E17D-C37B-9046-04A6EBB5D2A7}"/>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6C8AFB22-DFAA-A202-7221-4E17AF4D02BF}"/>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C86617DB-FED3-504F-C90B-581E7A6E676A}"/>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A36783F6-C9D0-7656-F6E6-F6928F7CC425}"/>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FB498820-A190-A531-9B35-B3F5EF084062}"/>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579E1E82-DEF8-0349-CB36-2536EB1B2C0B}"/>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grpSp>
        <p:nvGrpSpPr>
          <p:cNvPr id="39" name="Group 38">
            <a:extLst>
              <a:ext uri="{FF2B5EF4-FFF2-40B4-BE49-F238E27FC236}">
                <a16:creationId xmlns:a16="http://schemas.microsoft.com/office/drawing/2014/main" id="{4FCFB2DB-DCC6-58BF-E0C9-9039D8D9BD97}"/>
              </a:ext>
            </a:extLst>
          </p:cNvPr>
          <p:cNvGrpSpPr/>
          <p:nvPr/>
        </p:nvGrpSpPr>
        <p:grpSpPr>
          <a:xfrm>
            <a:off x="8083697" y="2770946"/>
            <a:ext cx="2714625" cy="2067599"/>
            <a:chOff x="8089900" y="1481773"/>
            <a:chExt cx="2714625" cy="2057142"/>
          </a:xfrm>
        </p:grpSpPr>
        <p:sp>
          <p:nvSpPr>
            <p:cNvPr id="40" name="Rectangle 39">
              <a:extLst>
                <a:ext uri="{FF2B5EF4-FFF2-40B4-BE49-F238E27FC236}">
                  <a16:creationId xmlns:a16="http://schemas.microsoft.com/office/drawing/2014/main" id="{D081A87B-8ABA-8A24-2642-F9579771A0E7}"/>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AGENT REST API</a:t>
              </a:r>
            </a:p>
          </p:txBody>
        </p:sp>
        <p:sp>
          <p:nvSpPr>
            <p:cNvPr id="41" name="Rectangle 40">
              <a:extLst>
                <a:ext uri="{FF2B5EF4-FFF2-40B4-BE49-F238E27FC236}">
                  <a16:creationId xmlns:a16="http://schemas.microsoft.com/office/drawing/2014/main" id="{092F062B-9484-FB15-214C-61316B6F03DD}"/>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AGENTS</a:t>
              </a:r>
            </a:p>
          </p:txBody>
        </p:sp>
        <p:sp>
          <p:nvSpPr>
            <p:cNvPr id="42" name="Rectangle 41">
              <a:extLst>
                <a:ext uri="{FF2B5EF4-FFF2-40B4-BE49-F238E27FC236}">
                  <a16:creationId xmlns:a16="http://schemas.microsoft.com/office/drawing/2014/main" id="{AE65A7AA-A706-590A-BDA4-E1270CF440A5}"/>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MCP CLIENT</a:t>
              </a:r>
            </a:p>
          </p:txBody>
        </p:sp>
      </p:grpSp>
      <p:cxnSp>
        <p:nvCxnSpPr>
          <p:cNvPr id="45" name="Connector: Elbow 44">
            <a:extLst>
              <a:ext uri="{FF2B5EF4-FFF2-40B4-BE49-F238E27FC236}">
                <a16:creationId xmlns:a16="http://schemas.microsoft.com/office/drawing/2014/main" id="{48B1CD72-6C7C-F832-F986-BE6964A33BB0}"/>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926690E6-7214-EA39-4BC8-DCD4167306FE}"/>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83ACA234-D591-3A33-37E7-7E31B292CBEF}"/>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1" name="Connector: Elbow 50">
            <a:extLst>
              <a:ext uri="{FF2B5EF4-FFF2-40B4-BE49-F238E27FC236}">
                <a16:creationId xmlns:a16="http://schemas.microsoft.com/office/drawing/2014/main" id="{96BD2343-A58C-AAA7-265A-FB29A2FCB048}"/>
              </a:ext>
            </a:extLst>
          </p:cNvPr>
          <p:cNvCxnSpPr>
            <a:cxnSpLocks/>
            <a:stCxn id="35" idx="3"/>
            <a:endCxn id="42" idx="1"/>
          </p:cNvCxnSpPr>
          <p:nvPr/>
        </p:nvCxnSpPr>
        <p:spPr>
          <a:xfrm>
            <a:off x="7142326" y="1927438"/>
            <a:ext cx="1294165" cy="1942695"/>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85989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A14C3-384B-0AB8-587C-42CEBB6FB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5FC7D-C041-9103-478A-C0789108BBCD}"/>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3F026B8A-02E9-F6A1-310E-CBF871A81922}"/>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75C39693-0F47-7DAC-D28C-BF9D548A04B8}"/>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6C445CDE-6E13-12DC-9193-919863930CF0}"/>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3073211E-1B1D-38EC-48D2-9D7AC3C8D759}"/>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814E770D-15A8-EC45-877C-90ACD0782FEA}"/>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586122B2-B9EB-AEF2-D936-2D611FE6BE5D}"/>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07B7418C-40B4-DB29-F1EA-C5A0F7FB3A53}"/>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74753047-F2C6-EC9C-2B6D-48C339000CA5}"/>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grpSp>
        <p:nvGrpSpPr>
          <p:cNvPr id="39" name="Group 38">
            <a:extLst>
              <a:ext uri="{FF2B5EF4-FFF2-40B4-BE49-F238E27FC236}">
                <a16:creationId xmlns:a16="http://schemas.microsoft.com/office/drawing/2014/main" id="{B7DDDA9F-7F1F-B86D-498E-04E344A60CF2}"/>
              </a:ext>
            </a:extLst>
          </p:cNvPr>
          <p:cNvGrpSpPr/>
          <p:nvPr/>
        </p:nvGrpSpPr>
        <p:grpSpPr>
          <a:xfrm>
            <a:off x="8083697" y="2770946"/>
            <a:ext cx="2714625" cy="2067599"/>
            <a:chOff x="8089900" y="1481773"/>
            <a:chExt cx="2714625" cy="2057142"/>
          </a:xfrm>
        </p:grpSpPr>
        <p:sp>
          <p:nvSpPr>
            <p:cNvPr id="40" name="Rectangle 39">
              <a:extLst>
                <a:ext uri="{FF2B5EF4-FFF2-40B4-BE49-F238E27FC236}">
                  <a16:creationId xmlns:a16="http://schemas.microsoft.com/office/drawing/2014/main" id="{972A0C7C-25D9-B326-9665-02CAA3773416}"/>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AGENT REST API</a:t>
              </a:r>
            </a:p>
          </p:txBody>
        </p:sp>
        <p:sp>
          <p:nvSpPr>
            <p:cNvPr id="41" name="Rectangle 40">
              <a:extLst>
                <a:ext uri="{FF2B5EF4-FFF2-40B4-BE49-F238E27FC236}">
                  <a16:creationId xmlns:a16="http://schemas.microsoft.com/office/drawing/2014/main" id="{60C35886-9E31-D0DE-97D6-A28997AE8A91}"/>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AGENTS</a:t>
              </a:r>
            </a:p>
          </p:txBody>
        </p:sp>
        <p:sp>
          <p:nvSpPr>
            <p:cNvPr id="42" name="Rectangle 41">
              <a:extLst>
                <a:ext uri="{FF2B5EF4-FFF2-40B4-BE49-F238E27FC236}">
                  <a16:creationId xmlns:a16="http://schemas.microsoft.com/office/drawing/2014/main" id="{97F8ADDD-CBC4-AEE8-C37E-A59FFC626AA2}"/>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MCP CLIENT</a:t>
              </a:r>
            </a:p>
          </p:txBody>
        </p:sp>
      </p:grpSp>
      <p:cxnSp>
        <p:nvCxnSpPr>
          <p:cNvPr id="45" name="Connector: Elbow 44">
            <a:extLst>
              <a:ext uri="{FF2B5EF4-FFF2-40B4-BE49-F238E27FC236}">
                <a16:creationId xmlns:a16="http://schemas.microsoft.com/office/drawing/2014/main" id="{291C2B41-3C7B-FCCC-3DE7-0EB368605808}"/>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F09733D0-5B7B-0857-63AE-5D7E1DD0FCA5}"/>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FB0BEEE6-C689-AF27-F3A7-B7C4BEDCBD97}"/>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1" name="Connector: Elbow 50">
            <a:extLst>
              <a:ext uri="{FF2B5EF4-FFF2-40B4-BE49-F238E27FC236}">
                <a16:creationId xmlns:a16="http://schemas.microsoft.com/office/drawing/2014/main" id="{ED46F031-D73B-AB3E-7E86-2B0BACB480E6}"/>
              </a:ext>
            </a:extLst>
          </p:cNvPr>
          <p:cNvCxnSpPr>
            <a:cxnSpLocks/>
            <a:stCxn id="35" idx="3"/>
            <a:endCxn id="42" idx="1"/>
          </p:cNvCxnSpPr>
          <p:nvPr/>
        </p:nvCxnSpPr>
        <p:spPr>
          <a:xfrm>
            <a:off x="7142326" y="1927438"/>
            <a:ext cx="1294165" cy="1942695"/>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
        <p:nvSpPr>
          <p:cNvPr id="56" name="Rectangle: Diagonal Corners Snipped 55">
            <a:extLst>
              <a:ext uri="{FF2B5EF4-FFF2-40B4-BE49-F238E27FC236}">
                <a16:creationId xmlns:a16="http://schemas.microsoft.com/office/drawing/2014/main" id="{4E1978A2-7520-A1E4-F50A-743D7E211D68}"/>
              </a:ext>
            </a:extLst>
          </p:cNvPr>
          <p:cNvSpPr/>
          <p:nvPr/>
        </p:nvSpPr>
        <p:spPr>
          <a:xfrm>
            <a:off x="8022108" y="1304259"/>
            <a:ext cx="2776211" cy="972412"/>
          </a:xfrm>
          <a:prstGeom prst="snip2Diag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OPENAI MODELS</a:t>
            </a:r>
          </a:p>
        </p:txBody>
      </p:sp>
      <p:cxnSp>
        <p:nvCxnSpPr>
          <p:cNvPr id="58" name="Connector: Elbow 57">
            <a:extLst>
              <a:ext uri="{FF2B5EF4-FFF2-40B4-BE49-F238E27FC236}">
                <a16:creationId xmlns:a16="http://schemas.microsoft.com/office/drawing/2014/main" id="{8BF1FBE7-3B0C-CE49-805A-A7352DC410B9}"/>
              </a:ext>
            </a:extLst>
          </p:cNvPr>
          <p:cNvCxnSpPr>
            <a:stCxn id="56" idx="0"/>
            <a:endCxn id="41" idx="3"/>
          </p:cNvCxnSpPr>
          <p:nvPr/>
        </p:nvCxnSpPr>
        <p:spPr>
          <a:xfrm flipH="1">
            <a:off x="10681212" y="1790467"/>
            <a:ext cx="117104" cy="1522012"/>
          </a:xfrm>
          <a:prstGeom prst="bentConnector3">
            <a:avLst>
              <a:gd name="adj1" fmla="val -195211"/>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22059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537E8-C786-9836-EE15-D76628CDB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C8107-9A7A-6092-DEA5-8976A3092D5A}"/>
              </a:ext>
            </a:extLst>
          </p:cNvPr>
          <p:cNvSpPr>
            <a:spLocks noGrp="1"/>
          </p:cNvSpPr>
          <p:nvPr>
            <p:ph type="title"/>
          </p:nvPr>
        </p:nvSpPr>
        <p:spPr/>
        <p:txBody>
          <a:bodyPr/>
          <a:lstStyle/>
          <a:p>
            <a:r>
              <a:rPr lang="en-US" dirty="0"/>
              <a:t>Northwind MCP Architecture</a:t>
            </a:r>
            <a:br>
              <a:rPr lang="en-US" dirty="0"/>
            </a:br>
            <a:endParaRPr lang="en-US" dirty="0"/>
          </a:p>
        </p:txBody>
      </p:sp>
      <p:sp>
        <p:nvSpPr>
          <p:cNvPr id="7" name="Cylinder 6">
            <a:extLst>
              <a:ext uri="{FF2B5EF4-FFF2-40B4-BE49-F238E27FC236}">
                <a16:creationId xmlns:a16="http://schemas.microsoft.com/office/drawing/2014/main" id="{FFB6FF27-E361-4AD0-D727-9B2635098075}"/>
              </a:ext>
            </a:extLst>
          </p:cNvPr>
          <p:cNvSpPr/>
          <p:nvPr/>
        </p:nvSpPr>
        <p:spPr>
          <a:xfrm>
            <a:off x="904230" y="1195230"/>
            <a:ext cx="2714625" cy="178593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8" name="Rectangle 7">
            <a:extLst>
              <a:ext uri="{FF2B5EF4-FFF2-40B4-BE49-F238E27FC236}">
                <a16:creationId xmlns:a16="http://schemas.microsoft.com/office/drawing/2014/main" id="{8E4E73AB-1DDB-9940-2767-3C53F95AB6A5}"/>
              </a:ext>
            </a:extLst>
          </p:cNvPr>
          <p:cNvSpPr/>
          <p:nvPr/>
        </p:nvSpPr>
        <p:spPr>
          <a:xfrm>
            <a:off x="904230" y="3429002"/>
            <a:ext cx="2714625" cy="140954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REST API</a:t>
            </a:r>
            <a:br>
              <a:rPr lang="en-US" dirty="0"/>
            </a:br>
            <a:r>
              <a:rPr lang="en-US" dirty="0"/>
              <a:t>CRUD FUNCTIONS</a:t>
            </a:r>
          </a:p>
        </p:txBody>
      </p:sp>
      <p:sp>
        <p:nvSpPr>
          <p:cNvPr id="27" name="Flowchart: Alternate Process 26">
            <a:extLst>
              <a:ext uri="{FF2B5EF4-FFF2-40B4-BE49-F238E27FC236}">
                <a16:creationId xmlns:a16="http://schemas.microsoft.com/office/drawing/2014/main" id="{00C3BB47-C655-B6BB-F4DD-B62CF268914B}"/>
              </a:ext>
            </a:extLst>
          </p:cNvPr>
          <p:cNvSpPr/>
          <p:nvPr/>
        </p:nvSpPr>
        <p:spPr>
          <a:xfrm>
            <a:off x="904230" y="5459887"/>
            <a:ext cx="10283348" cy="945397"/>
          </a:xfrm>
          <a:prstGeom prst="flowChartAlternate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REACT UI</a:t>
            </a:r>
          </a:p>
        </p:txBody>
      </p:sp>
      <p:grpSp>
        <p:nvGrpSpPr>
          <p:cNvPr id="38" name="Group 37">
            <a:extLst>
              <a:ext uri="{FF2B5EF4-FFF2-40B4-BE49-F238E27FC236}">
                <a16:creationId xmlns:a16="http://schemas.microsoft.com/office/drawing/2014/main" id="{B1CA26CA-7BBA-07CA-A5DE-89D2558D1CDA}"/>
              </a:ext>
            </a:extLst>
          </p:cNvPr>
          <p:cNvGrpSpPr/>
          <p:nvPr/>
        </p:nvGrpSpPr>
        <p:grpSpPr>
          <a:xfrm>
            <a:off x="4544805" y="1388641"/>
            <a:ext cx="2714625" cy="2057143"/>
            <a:chOff x="8089900" y="1481773"/>
            <a:chExt cx="2714625" cy="2057142"/>
          </a:xfrm>
        </p:grpSpPr>
        <p:sp>
          <p:nvSpPr>
            <p:cNvPr id="29" name="Rectangle 28">
              <a:extLst>
                <a:ext uri="{FF2B5EF4-FFF2-40B4-BE49-F238E27FC236}">
                  <a16:creationId xmlns:a16="http://schemas.microsoft.com/office/drawing/2014/main" id="{FEEAF0A2-C4B6-018A-50C1-E2CE8B0C2DE8}"/>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MCP SERVER</a:t>
              </a:r>
            </a:p>
          </p:txBody>
        </p:sp>
        <p:sp>
          <p:nvSpPr>
            <p:cNvPr id="35" name="Rectangle 34">
              <a:extLst>
                <a:ext uri="{FF2B5EF4-FFF2-40B4-BE49-F238E27FC236}">
                  <a16:creationId xmlns:a16="http://schemas.microsoft.com/office/drawing/2014/main" id="{EAA356EF-3D72-5CAB-DB86-C137724D55B2}"/>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TOOLS</a:t>
              </a:r>
            </a:p>
          </p:txBody>
        </p:sp>
        <p:sp>
          <p:nvSpPr>
            <p:cNvPr id="36" name="Rectangle 35">
              <a:extLst>
                <a:ext uri="{FF2B5EF4-FFF2-40B4-BE49-F238E27FC236}">
                  <a16:creationId xmlns:a16="http://schemas.microsoft.com/office/drawing/2014/main" id="{E70C4629-E01E-57B2-B27F-26843936BF5D}"/>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RESOURCES</a:t>
              </a:r>
            </a:p>
          </p:txBody>
        </p:sp>
        <p:sp>
          <p:nvSpPr>
            <p:cNvPr id="37" name="Rectangle 36">
              <a:extLst>
                <a:ext uri="{FF2B5EF4-FFF2-40B4-BE49-F238E27FC236}">
                  <a16:creationId xmlns:a16="http://schemas.microsoft.com/office/drawing/2014/main" id="{E2B0C55C-5F1E-9375-6EA6-85247B6987A2}"/>
                </a:ext>
              </a:extLst>
            </p:cNvPr>
            <p:cNvSpPr/>
            <p:nvPr/>
          </p:nvSpPr>
          <p:spPr>
            <a:xfrm>
              <a:off x="8442696" y="2961163"/>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PROMPTS</a:t>
              </a:r>
            </a:p>
          </p:txBody>
        </p:sp>
      </p:grpSp>
      <p:grpSp>
        <p:nvGrpSpPr>
          <p:cNvPr id="39" name="Group 38">
            <a:extLst>
              <a:ext uri="{FF2B5EF4-FFF2-40B4-BE49-F238E27FC236}">
                <a16:creationId xmlns:a16="http://schemas.microsoft.com/office/drawing/2014/main" id="{9F8554CD-2FC0-53DC-5349-8AFB6E2C736F}"/>
              </a:ext>
            </a:extLst>
          </p:cNvPr>
          <p:cNvGrpSpPr/>
          <p:nvPr/>
        </p:nvGrpSpPr>
        <p:grpSpPr>
          <a:xfrm>
            <a:off x="8083697" y="2770946"/>
            <a:ext cx="2714625" cy="2067599"/>
            <a:chOff x="8089900" y="1481773"/>
            <a:chExt cx="2714625" cy="2057142"/>
          </a:xfrm>
        </p:grpSpPr>
        <p:sp>
          <p:nvSpPr>
            <p:cNvPr id="40" name="Rectangle 39">
              <a:extLst>
                <a:ext uri="{FF2B5EF4-FFF2-40B4-BE49-F238E27FC236}">
                  <a16:creationId xmlns:a16="http://schemas.microsoft.com/office/drawing/2014/main" id="{41B9FC27-8794-3975-73DC-F56270FF08AA}"/>
                </a:ext>
              </a:extLst>
            </p:cNvPr>
            <p:cNvSpPr/>
            <p:nvPr/>
          </p:nvSpPr>
          <p:spPr>
            <a:xfrm>
              <a:off x="8089900" y="1481773"/>
              <a:ext cx="2714625" cy="20571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dirty="0"/>
                <a:t>AGENT REST API</a:t>
              </a:r>
            </a:p>
          </p:txBody>
        </p:sp>
        <p:sp>
          <p:nvSpPr>
            <p:cNvPr id="41" name="Rectangle 40">
              <a:extLst>
                <a:ext uri="{FF2B5EF4-FFF2-40B4-BE49-F238E27FC236}">
                  <a16:creationId xmlns:a16="http://schemas.microsoft.com/office/drawing/2014/main" id="{80B576C7-F276-EB56-12CA-E68FA093192E}"/>
                </a:ext>
              </a:extLst>
            </p:cNvPr>
            <p:cNvSpPr/>
            <p:nvPr/>
          </p:nvSpPr>
          <p:spPr>
            <a:xfrm>
              <a:off x="8442696" y="1851501"/>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AGENTS</a:t>
              </a:r>
            </a:p>
          </p:txBody>
        </p:sp>
        <p:sp>
          <p:nvSpPr>
            <p:cNvPr id="42" name="Rectangle 41">
              <a:extLst>
                <a:ext uri="{FF2B5EF4-FFF2-40B4-BE49-F238E27FC236}">
                  <a16:creationId xmlns:a16="http://schemas.microsoft.com/office/drawing/2014/main" id="{2156083F-6D73-72DB-91CA-27862213C01D}"/>
                </a:ext>
              </a:extLst>
            </p:cNvPr>
            <p:cNvSpPr/>
            <p:nvPr/>
          </p:nvSpPr>
          <p:spPr>
            <a:xfrm>
              <a:off x="8442696" y="2406332"/>
              <a:ext cx="2244725" cy="33813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dirty="0"/>
                <a:t>MCP CLIENT</a:t>
              </a:r>
            </a:p>
          </p:txBody>
        </p:sp>
      </p:grpSp>
      <p:cxnSp>
        <p:nvCxnSpPr>
          <p:cNvPr id="45" name="Connector: Elbow 44">
            <a:extLst>
              <a:ext uri="{FF2B5EF4-FFF2-40B4-BE49-F238E27FC236}">
                <a16:creationId xmlns:a16="http://schemas.microsoft.com/office/drawing/2014/main" id="{824D8539-61D7-4550-D446-A243EB27697F}"/>
              </a:ext>
            </a:extLst>
          </p:cNvPr>
          <p:cNvCxnSpPr>
            <a:stCxn id="7" idx="3"/>
            <a:endCxn id="8" idx="0"/>
          </p:cNvCxnSpPr>
          <p:nvPr/>
        </p:nvCxnSpPr>
        <p:spPr>
          <a:xfrm rot="5400000">
            <a:off x="2037628" y="3205088"/>
            <a:ext cx="447835" cy="1"/>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7" name="Connector: Elbow 46">
            <a:extLst>
              <a:ext uri="{FF2B5EF4-FFF2-40B4-BE49-F238E27FC236}">
                <a16:creationId xmlns:a16="http://schemas.microsoft.com/office/drawing/2014/main" id="{69CFF1DD-9E3F-1429-6D78-0B0D21EF130B}"/>
              </a:ext>
            </a:extLst>
          </p:cNvPr>
          <p:cNvCxnSpPr>
            <a:stCxn id="8" idx="2"/>
            <a:endCxn id="27" idx="0"/>
          </p:cNvCxnSpPr>
          <p:nvPr/>
        </p:nvCxnSpPr>
        <p:spPr>
          <a:xfrm rot="16200000" flipH="1">
            <a:off x="3843053" y="3257033"/>
            <a:ext cx="621345" cy="37843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9" name="Connector: Elbow 48">
            <a:extLst>
              <a:ext uri="{FF2B5EF4-FFF2-40B4-BE49-F238E27FC236}">
                <a16:creationId xmlns:a16="http://schemas.microsoft.com/office/drawing/2014/main" id="{7AB73400-85E9-0D3D-C7BF-7505BE9868F7}"/>
              </a:ext>
            </a:extLst>
          </p:cNvPr>
          <p:cNvCxnSpPr>
            <a:stCxn id="8" idx="3"/>
            <a:endCxn id="29" idx="1"/>
          </p:cNvCxnSpPr>
          <p:nvPr/>
        </p:nvCxnSpPr>
        <p:spPr>
          <a:xfrm flipV="1">
            <a:off x="3618855" y="2417211"/>
            <a:ext cx="925949" cy="171656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1" name="Connector: Elbow 50">
            <a:extLst>
              <a:ext uri="{FF2B5EF4-FFF2-40B4-BE49-F238E27FC236}">
                <a16:creationId xmlns:a16="http://schemas.microsoft.com/office/drawing/2014/main" id="{CA9D47EC-20DB-4AB7-01EC-D39A4234A685}"/>
              </a:ext>
            </a:extLst>
          </p:cNvPr>
          <p:cNvCxnSpPr>
            <a:cxnSpLocks/>
            <a:stCxn id="35" idx="3"/>
            <a:endCxn id="42" idx="1"/>
          </p:cNvCxnSpPr>
          <p:nvPr/>
        </p:nvCxnSpPr>
        <p:spPr>
          <a:xfrm>
            <a:off x="7142326" y="1927438"/>
            <a:ext cx="1294165" cy="1942695"/>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53" name="Connector: Elbow 52">
            <a:extLst>
              <a:ext uri="{FF2B5EF4-FFF2-40B4-BE49-F238E27FC236}">
                <a16:creationId xmlns:a16="http://schemas.microsoft.com/office/drawing/2014/main" id="{48B80970-DE64-3E6B-72A1-9D251E2D3AB7}"/>
              </a:ext>
            </a:extLst>
          </p:cNvPr>
          <p:cNvCxnSpPr>
            <a:stCxn id="40" idx="2"/>
            <a:endCxn id="27" idx="0"/>
          </p:cNvCxnSpPr>
          <p:nvPr/>
        </p:nvCxnSpPr>
        <p:spPr>
          <a:xfrm rot="5400000">
            <a:off x="7432785" y="3451666"/>
            <a:ext cx="621345" cy="3395103"/>
          </a:xfrm>
          <a:prstGeom prst="bentConnector3">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
        <p:nvSpPr>
          <p:cNvPr id="56" name="Rectangle: Diagonal Corners Snipped 55">
            <a:extLst>
              <a:ext uri="{FF2B5EF4-FFF2-40B4-BE49-F238E27FC236}">
                <a16:creationId xmlns:a16="http://schemas.microsoft.com/office/drawing/2014/main" id="{2707807D-584D-4BCF-909B-DCA160312105}"/>
              </a:ext>
            </a:extLst>
          </p:cNvPr>
          <p:cNvSpPr/>
          <p:nvPr/>
        </p:nvSpPr>
        <p:spPr>
          <a:xfrm>
            <a:off x="8022108" y="1304259"/>
            <a:ext cx="2776211" cy="972412"/>
          </a:xfrm>
          <a:prstGeom prst="snip2Diag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OPENAI MODELS</a:t>
            </a:r>
          </a:p>
        </p:txBody>
      </p:sp>
      <p:cxnSp>
        <p:nvCxnSpPr>
          <p:cNvPr id="58" name="Connector: Elbow 57">
            <a:extLst>
              <a:ext uri="{FF2B5EF4-FFF2-40B4-BE49-F238E27FC236}">
                <a16:creationId xmlns:a16="http://schemas.microsoft.com/office/drawing/2014/main" id="{5FDDC23B-D7EC-760F-5EDF-4678AD5A85F3}"/>
              </a:ext>
            </a:extLst>
          </p:cNvPr>
          <p:cNvCxnSpPr>
            <a:stCxn id="56" idx="0"/>
            <a:endCxn id="41" idx="3"/>
          </p:cNvCxnSpPr>
          <p:nvPr/>
        </p:nvCxnSpPr>
        <p:spPr>
          <a:xfrm flipH="1">
            <a:off x="10681212" y="1790467"/>
            <a:ext cx="117104" cy="1522012"/>
          </a:xfrm>
          <a:prstGeom prst="bentConnector3">
            <a:avLst>
              <a:gd name="adj1" fmla="val -195211"/>
            </a:avLst>
          </a:prstGeom>
          <a:ln w="5715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119528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10BABC-75BB-DB14-DD58-A4D821C65E70}"/>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solidFill>
                  <a:srgbClr val="EBEBEB"/>
                </a:solidFill>
              </a:rPr>
              <a:t>Agent REST API – </a:t>
            </a:r>
            <a:r>
              <a:rPr lang="en-US" sz="4800" dirty="0" err="1">
                <a:solidFill>
                  <a:srgbClr val="EBEBEB"/>
                </a:solidFill>
              </a:rPr>
              <a:t>Program.cs</a:t>
            </a:r>
            <a:endParaRPr lang="en-US" sz="4800" dirty="0">
              <a:solidFill>
                <a:srgbClr val="EBEBEB"/>
              </a:solidFill>
            </a:endParaRP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 shot of a computer program&#10;&#10;AI-generated content may be incorrect.">
            <a:extLst>
              <a:ext uri="{FF2B5EF4-FFF2-40B4-BE49-F238E27FC236}">
                <a16:creationId xmlns:a16="http://schemas.microsoft.com/office/drawing/2014/main" id="{248BFBCF-A2D9-7CBB-804A-387735EE5706}"/>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18535" b="-3"/>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74866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CFEB80-F8AC-6FF7-46F9-58882B401B66}"/>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solidFill>
                  <a:srgbClr val="EBEBEB"/>
                </a:solidFill>
              </a:rPr>
              <a:t>Agent REST API – </a:t>
            </a:r>
            <a:r>
              <a:rPr lang="en-US" sz="4800" dirty="0" err="1">
                <a:solidFill>
                  <a:srgbClr val="EBEBEB"/>
                </a:solidFill>
              </a:rPr>
              <a:t>Program.cs</a:t>
            </a:r>
            <a:endParaRPr lang="en-US" sz="4800" dirty="0">
              <a:solidFill>
                <a:srgbClr val="EBEBEB"/>
              </a:solidFill>
            </a:endParaRP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97B127AD-8025-BCB9-23EA-3625BFB3028C}"/>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13721" b="-1"/>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733055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AB0CD-C564-4C19-319E-7984472D10AA}"/>
              </a:ext>
            </a:extLst>
          </p:cNvPr>
          <p:cNvSpPr>
            <a:spLocks noGrp="1"/>
          </p:cNvSpPr>
          <p:nvPr>
            <p:ph type="title"/>
          </p:nvPr>
        </p:nvSpPr>
        <p:spPr>
          <a:xfrm>
            <a:off x="7790541" y="1450259"/>
            <a:ext cx="3753599" cy="1442153"/>
          </a:xfrm>
        </p:spPr>
        <p:txBody>
          <a:bodyPr vert="horz" lIns="91440" tIns="45720" rIns="91440" bIns="45720" rtlCol="0">
            <a:normAutofit/>
          </a:bodyPr>
          <a:lstStyle/>
          <a:p>
            <a:pPr defTabSz="457200"/>
            <a:r>
              <a:rPr lang="en-US" sz="3600" dirty="0"/>
              <a:t>Agent REST API – </a:t>
            </a:r>
            <a:r>
              <a:rPr lang="en-US" sz="3600" dirty="0" err="1"/>
              <a:t>Program.cs</a:t>
            </a:r>
            <a:endParaRPr lang="en-US" sz="3600" dirty="0"/>
          </a:p>
        </p:txBody>
      </p:sp>
      <p:pic>
        <p:nvPicPr>
          <p:cNvPr id="5" name="Content Placeholder 4" descr="A screen shot of a computer program&#10;&#10;AI-generated content may be incorrect.">
            <a:extLst>
              <a:ext uri="{FF2B5EF4-FFF2-40B4-BE49-F238E27FC236}">
                <a16:creationId xmlns:a16="http://schemas.microsoft.com/office/drawing/2014/main" id="{0AFDCA32-ECCC-D447-069A-65FF0AF313A5}"/>
              </a:ext>
            </a:extLst>
          </p:cNvPr>
          <p:cNvPicPr>
            <a:picLocks noChangeAspect="1"/>
          </p:cNvPicPr>
          <p:nvPr/>
        </p:nvPicPr>
        <p:blipFill>
          <a:blip r:embed="rId4">
            <a:extLst>
              <a:ext uri="{28A0092B-C50C-407E-A947-70E740481C1C}">
                <a14:useLocalDpi xmlns:a14="http://schemas.microsoft.com/office/drawing/2010/main" val="0"/>
              </a:ext>
            </a:extLst>
          </a:blip>
          <a:srcRect r="10027" b="-2"/>
          <a:stretch>
            <a:fillRect/>
          </a:stretch>
        </p:blipFill>
        <p:spPr>
          <a:xfrm>
            <a:off x="15181" y="1003300"/>
            <a:ext cx="7684457" cy="5410199"/>
          </a:xfrm>
          <a:prstGeom prst="rect">
            <a:avLst/>
          </a:prstGeom>
          <a:effectLst>
            <a:outerShdw blurRad="50800" dist="38100" dir="5400000" algn="t" rotWithShape="0">
              <a:prstClr val="black">
                <a:alpha val="43000"/>
              </a:prstClr>
            </a:outerShdw>
          </a:effectLst>
        </p:spPr>
      </p:pic>
      <p:sp>
        <p:nvSpPr>
          <p:cNvPr id="85" name="Content Placeholder 29">
            <a:extLst>
              <a:ext uri="{FF2B5EF4-FFF2-40B4-BE49-F238E27FC236}">
                <a16:creationId xmlns:a16="http://schemas.microsoft.com/office/drawing/2014/main" id="{AE7A66E9-9F1C-BD12-9DDE-B645CCA11768}"/>
              </a:ext>
            </a:extLst>
          </p:cNvPr>
          <p:cNvSpPr>
            <a:spLocks noGrp="1"/>
          </p:cNvSpPr>
          <p:nvPr>
            <p:ph idx="1"/>
          </p:nvPr>
        </p:nvSpPr>
        <p:spPr>
          <a:xfrm>
            <a:off x="7789312" y="3072385"/>
            <a:ext cx="3754987" cy="2947415"/>
          </a:xfrm>
        </p:spPr>
        <p:txBody>
          <a:bodyPr>
            <a:normAutofit/>
          </a:bodyPr>
          <a:lstStyle/>
          <a:p>
            <a:endParaRPr lang="en-US" sz="1800"/>
          </a:p>
        </p:txBody>
      </p:sp>
    </p:spTree>
    <p:extLst>
      <p:ext uri="{BB962C8B-B14F-4D97-AF65-F5344CB8AC3E}">
        <p14:creationId xmlns:p14="http://schemas.microsoft.com/office/powerpoint/2010/main" val="31966763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4CE87-F2FF-8EB1-1A80-BDDA0EE2A731}"/>
              </a:ext>
            </a:extLst>
          </p:cNvPr>
          <p:cNvSpPr>
            <a:spLocks noGrp="1"/>
          </p:cNvSpPr>
          <p:nvPr>
            <p:ph type="title"/>
          </p:nvPr>
        </p:nvSpPr>
        <p:spPr/>
        <p:txBody>
          <a:bodyPr/>
          <a:lstStyle/>
          <a:p>
            <a:r>
              <a:rPr lang="en-US" sz="4400" dirty="0"/>
              <a:t>Agent REST API – MCP Classes</a:t>
            </a:r>
            <a:endParaRPr lang="en-US" dirty="0"/>
          </a:p>
        </p:txBody>
      </p:sp>
      <p:pic>
        <p:nvPicPr>
          <p:cNvPr id="5" name="Content Placeholder 4">
            <a:extLst>
              <a:ext uri="{FF2B5EF4-FFF2-40B4-BE49-F238E27FC236}">
                <a16:creationId xmlns:a16="http://schemas.microsoft.com/office/drawing/2014/main" id="{65876DA5-B429-E4D7-1FB7-05F7C8F0D4B0}"/>
              </a:ext>
            </a:extLst>
          </p:cNvPr>
          <p:cNvPicPr>
            <a:picLocks noGrp="1" noChangeAspect="1"/>
          </p:cNvPicPr>
          <p:nvPr>
            <p:ph idx="1"/>
          </p:nvPr>
        </p:nvPicPr>
        <p:blipFill>
          <a:blip r:embed="rId3"/>
          <a:stretch>
            <a:fillRect/>
          </a:stretch>
        </p:blipFill>
        <p:spPr>
          <a:xfrm>
            <a:off x="1103313" y="2214628"/>
            <a:ext cx="8947150" cy="3871781"/>
          </a:xfrm>
        </p:spPr>
      </p:pic>
    </p:spTree>
    <p:extLst>
      <p:ext uri="{BB962C8B-B14F-4D97-AF65-F5344CB8AC3E}">
        <p14:creationId xmlns:p14="http://schemas.microsoft.com/office/powerpoint/2010/main" val="10392332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12B7-9261-6991-F302-2FDDC479F30F}"/>
              </a:ext>
            </a:extLst>
          </p:cNvPr>
          <p:cNvSpPr>
            <a:spLocks noGrp="1"/>
          </p:cNvSpPr>
          <p:nvPr>
            <p:ph type="title"/>
          </p:nvPr>
        </p:nvSpPr>
        <p:spPr/>
        <p:txBody>
          <a:bodyPr/>
          <a:lstStyle/>
          <a:p>
            <a:r>
              <a:rPr lang="en-US" sz="4000" dirty="0"/>
              <a:t>Agent REST API – Chat Session</a:t>
            </a:r>
            <a:endParaRPr lang="en-US" dirty="0"/>
          </a:p>
        </p:txBody>
      </p:sp>
      <p:pic>
        <p:nvPicPr>
          <p:cNvPr id="5" name="Content Placeholder 4">
            <a:extLst>
              <a:ext uri="{FF2B5EF4-FFF2-40B4-BE49-F238E27FC236}">
                <a16:creationId xmlns:a16="http://schemas.microsoft.com/office/drawing/2014/main" id="{E50DA38B-0E5B-CA8E-6B13-7CD096054842}"/>
              </a:ext>
            </a:extLst>
          </p:cNvPr>
          <p:cNvPicPr>
            <a:picLocks noGrp="1" noChangeAspect="1"/>
          </p:cNvPicPr>
          <p:nvPr>
            <p:ph idx="1"/>
          </p:nvPr>
        </p:nvPicPr>
        <p:blipFill>
          <a:blip r:embed="rId3"/>
          <a:stretch>
            <a:fillRect/>
          </a:stretch>
        </p:blipFill>
        <p:spPr>
          <a:xfrm>
            <a:off x="1103313" y="2125931"/>
            <a:ext cx="8947150" cy="4049176"/>
          </a:xfrm>
        </p:spPr>
      </p:pic>
    </p:spTree>
    <p:extLst>
      <p:ext uri="{BB962C8B-B14F-4D97-AF65-F5344CB8AC3E}">
        <p14:creationId xmlns:p14="http://schemas.microsoft.com/office/powerpoint/2010/main" val="25928060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86551-C2B9-CA33-ACAE-7C3B896CDF58}"/>
              </a:ext>
            </a:extLst>
          </p:cNvPr>
          <p:cNvSpPr>
            <a:spLocks noGrp="1"/>
          </p:cNvSpPr>
          <p:nvPr>
            <p:ph type="title"/>
          </p:nvPr>
        </p:nvSpPr>
        <p:spPr>
          <a:xfrm>
            <a:off x="7790541" y="1450259"/>
            <a:ext cx="3753599" cy="1442153"/>
          </a:xfrm>
        </p:spPr>
        <p:txBody>
          <a:bodyPr vert="horz" lIns="91440" tIns="45720" rIns="91440" bIns="45720" rtlCol="0">
            <a:normAutofit/>
          </a:bodyPr>
          <a:lstStyle/>
          <a:p>
            <a:pPr defTabSz="457200">
              <a:lnSpc>
                <a:spcPct val="90000"/>
              </a:lnSpc>
            </a:pPr>
            <a:r>
              <a:rPr lang="en-US" sz="3100" dirty="0"/>
              <a:t>Agent REST API – Api Controller Base</a:t>
            </a:r>
          </a:p>
        </p:txBody>
      </p:sp>
      <p:pic>
        <p:nvPicPr>
          <p:cNvPr id="5" name="Content Placeholder 4">
            <a:extLst>
              <a:ext uri="{FF2B5EF4-FFF2-40B4-BE49-F238E27FC236}">
                <a16:creationId xmlns:a16="http://schemas.microsoft.com/office/drawing/2014/main" id="{DFF1F942-E638-DEF4-A7AD-CF131D19BB01}"/>
              </a:ext>
            </a:extLst>
          </p:cNvPr>
          <p:cNvPicPr>
            <a:picLocks noChangeAspect="1"/>
          </p:cNvPicPr>
          <p:nvPr/>
        </p:nvPicPr>
        <p:blipFill>
          <a:blip r:embed="rId4"/>
          <a:srcRect t="1942" r="1" b="1944"/>
          <a:stretch>
            <a:fillRect/>
          </a:stretch>
        </p:blipFill>
        <p:spPr>
          <a:xfrm>
            <a:off x="646532" y="1447799"/>
            <a:ext cx="6493910" cy="4572001"/>
          </a:xfrm>
          <a:prstGeom prst="rect">
            <a:avLst/>
          </a:prstGeom>
          <a:effectLst>
            <a:outerShdw blurRad="50800" dist="38100" dir="5400000" algn="t" rotWithShape="0">
              <a:prstClr val="black">
                <a:alpha val="43000"/>
              </a:prstClr>
            </a:outerShdw>
          </a:effectLst>
        </p:spPr>
      </p:pic>
      <p:sp>
        <p:nvSpPr>
          <p:cNvPr id="30" name="Content Placeholder 29">
            <a:extLst>
              <a:ext uri="{FF2B5EF4-FFF2-40B4-BE49-F238E27FC236}">
                <a16:creationId xmlns:a16="http://schemas.microsoft.com/office/drawing/2014/main" id="{BB577F5B-A8BD-B36F-AA03-A9E6F2D69900}"/>
              </a:ext>
            </a:extLst>
          </p:cNvPr>
          <p:cNvSpPr>
            <a:spLocks noGrp="1"/>
          </p:cNvSpPr>
          <p:nvPr>
            <p:ph idx="1"/>
          </p:nvPr>
        </p:nvSpPr>
        <p:spPr>
          <a:xfrm>
            <a:off x="7789312" y="3072385"/>
            <a:ext cx="3754987" cy="2947415"/>
          </a:xfrm>
        </p:spPr>
        <p:txBody>
          <a:bodyPr>
            <a:normAutofit/>
          </a:bodyPr>
          <a:lstStyle/>
          <a:p>
            <a:endParaRPr lang="en-US" sz="1800"/>
          </a:p>
        </p:txBody>
      </p:sp>
    </p:spTree>
    <p:extLst>
      <p:ext uri="{BB962C8B-B14F-4D97-AF65-F5344CB8AC3E}">
        <p14:creationId xmlns:p14="http://schemas.microsoft.com/office/powerpoint/2010/main" val="1817919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8133-C010-9BA6-59FE-90075465AFFF}"/>
              </a:ext>
            </a:extLst>
          </p:cNvPr>
          <p:cNvSpPr>
            <a:spLocks noGrp="1"/>
          </p:cNvSpPr>
          <p:nvPr>
            <p:ph type="title"/>
          </p:nvPr>
        </p:nvSpPr>
        <p:spPr/>
        <p:txBody>
          <a:bodyPr/>
          <a:lstStyle/>
          <a:p>
            <a:r>
              <a:rPr lang="en-US" sz="4400" dirty="0"/>
              <a:t>Agent REST API – Chat Controller</a:t>
            </a:r>
            <a:endParaRPr lang="en-US" dirty="0"/>
          </a:p>
        </p:txBody>
      </p:sp>
      <p:pic>
        <p:nvPicPr>
          <p:cNvPr id="5" name="Content Placeholder 4" descr="A screen shot of a computer program&#10;&#10;AI-generated content may be incorrect.">
            <a:extLst>
              <a:ext uri="{FF2B5EF4-FFF2-40B4-BE49-F238E27FC236}">
                <a16:creationId xmlns:a16="http://schemas.microsoft.com/office/drawing/2014/main" id="{6541E13C-C21A-AC79-A1C2-43342BD3C15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0130" y="1397000"/>
            <a:ext cx="10168470" cy="5226869"/>
          </a:xfrm>
        </p:spPr>
      </p:pic>
    </p:spTree>
    <p:extLst>
      <p:ext uri="{BB962C8B-B14F-4D97-AF65-F5344CB8AC3E}">
        <p14:creationId xmlns:p14="http://schemas.microsoft.com/office/powerpoint/2010/main" val="1882183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B9A4-A297-A6CE-D609-C02181B6C686}"/>
              </a:ext>
            </a:extLst>
          </p:cNvPr>
          <p:cNvSpPr>
            <a:spLocks noGrp="1"/>
          </p:cNvSpPr>
          <p:nvPr>
            <p:ph type="title"/>
          </p:nvPr>
        </p:nvSpPr>
        <p:spPr/>
        <p:txBody>
          <a:bodyPr/>
          <a:lstStyle/>
          <a:p>
            <a:r>
              <a:rPr lang="en-US" sz="4000" dirty="0"/>
              <a:t>Agent REST API – Chat Controller</a:t>
            </a:r>
            <a:endParaRPr lang="en-US" dirty="0"/>
          </a:p>
        </p:txBody>
      </p:sp>
      <p:pic>
        <p:nvPicPr>
          <p:cNvPr id="5" name="Content Placeholder 4">
            <a:extLst>
              <a:ext uri="{FF2B5EF4-FFF2-40B4-BE49-F238E27FC236}">
                <a16:creationId xmlns:a16="http://schemas.microsoft.com/office/drawing/2014/main" id="{B1860FCD-E1EB-28DB-0AA7-3FA647493928}"/>
              </a:ext>
            </a:extLst>
          </p:cNvPr>
          <p:cNvPicPr>
            <a:picLocks noGrp="1" noChangeAspect="1"/>
          </p:cNvPicPr>
          <p:nvPr>
            <p:ph idx="1"/>
          </p:nvPr>
        </p:nvPicPr>
        <p:blipFill>
          <a:blip r:embed="rId3"/>
          <a:stretch>
            <a:fillRect/>
          </a:stretch>
        </p:blipFill>
        <p:spPr>
          <a:xfrm>
            <a:off x="1103313" y="2207879"/>
            <a:ext cx="8947150" cy="3885280"/>
          </a:xfrm>
        </p:spPr>
      </p:pic>
    </p:spTree>
    <p:extLst>
      <p:ext uri="{BB962C8B-B14F-4D97-AF65-F5344CB8AC3E}">
        <p14:creationId xmlns:p14="http://schemas.microsoft.com/office/powerpoint/2010/main" val="31557139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78A1-7811-2F0A-7C35-3D968F776EF5}"/>
              </a:ext>
            </a:extLst>
          </p:cNvPr>
          <p:cNvSpPr>
            <a:spLocks noGrp="1"/>
          </p:cNvSpPr>
          <p:nvPr>
            <p:ph type="title"/>
          </p:nvPr>
        </p:nvSpPr>
        <p:spPr/>
        <p:txBody>
          <a:bodyPr/>
          <a:lstStyle/>
          <a:p>
            <a:r>
              <a:rPr lang="en-US" sz="4400" dirty="0"/>
              <a:t>Agent REST API – Chat Controller</a:t>
            </a:r>
            <a:endParaRPr lang="en-US" dirty="0"/>
          </a:p>
        </p:txBody>
      </p:sp>
      <p:pic>
        <p:nvPicPr>
          <p:cNvPr id="5" name="Content Placeholder 4">
            <a:extLst>
              <a:ext uri="{FF2B5EF4-FFF2-40B4-BE49-F238E27FC236}">
                <a16:creationId xmlns:a16="http://schemas.microsoft.com/office/drawing/2014/main" id="{EFADC120-481F-DEFF-6A9C-EEC99A0227C4}"/>
              </a:ext>
            </a:extLst>
          </p:cNvPr>
          <p:cNvPicPr>
            <a:picLocks noGrp="1" noChangeAspect="1"/>
          </p:cNvPicPr>
          <p:nvPr>
            <p:ph idx="1"/>
          </p:nvPr>
        </p:nvPicPr>
        <p:blipFill>
          <a:blip r:embed="rId3"/>
          <a:stretch>
            <a:fillRect/>
          </a:stretch>
        </p:blipFill>
        <p:spPr>
          <a:xfrm>
            <a:off x="1258569" y="2052638"/>
            <a:ext cx="8636637" cy="4195762"/>
          </a:xfrm>
        </p:spPr>
      </p:pic>
    </p:spTree>
    <p:extLst>
      <p:ext uri="{BB962C8B-B14F-4D97-AF65-F5344CB8AC3E}">
        <p14:creationId xmlns:p14="http://schemas.microsoft.com/office/powerpoint/2010/main" val="40626581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5" name="Picture 24">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26">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8" name="Picture 2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9" name="Picture 28">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0" name="Rectangle 2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0C64C-7025-6124-9F6C-330C16BF6975}"/>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t>Agent REST API – Chat Controller</a:t>
            </a:r>
            <a:endParaRPr lang="en-US" sz="4800" dirty="0">
              <a:solidFill>
                <a:srgbClr val="EBEBEB"/>
              </a:solidFill>
            </a:endParaRP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a:extLst>
              <a:ext uri="{FF2B5EF4-FFF2-40B4-BE49-F238E27FC236}">
                <a16:creationId xmlns:a16="http://schemas.microsoft.com/office/drawing/2014/main" id="{A4B5FCE7-7003-7929-E5B7-EAE5BA169EF2}"/>
              </a:ext>
            </a:extLst>
          </p:cNvPr>
          <p:cNvPicPr>
            <a:picLocks noGrp="1" noChangeAspect="1"/>
          </p:cNvPicPr>
          <p:nvPr>
            <p:ph idx="1"/>
          </p:nvPr>
        </p:nvPicPr>
        <p:blipFill>
          <a:blip r:embed="rId8"/>
          <a:srcRect t="4564" r="-2" b="7720"/>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165499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7" name="Picture 16">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9" name="Oval 18">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1" name="Picture 20">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3" name="Picture 2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5" name="Rectangle 24">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A5C7FD-A22A-A4AE-BFE8-78C5E55183AB}"/>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solidFill>
                  <a:srgbClr val="EBEBEB"/>
                </a:solidFill>
              </a:rPr>
              <a:t>Agent REST API – Chat Controller</a:t>
            </a:r>
          </a:p>
        </p:txBody>
      </p:sp>
      <p:sp>
        <p:nvSpPr>
          <p:cNvPr id="29"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 name="Content Placeholder 9">
            <a:extLst>
              <a:ext uri="{FF2B5EF4-FFF2-40B4-BE49-F238E27FC236}">
                <a16:creationId xmlns:a16="http://schemas.microsoft.com/office/drawing/2014/main" id="{4CEFBCBC-19C5-D4CE-455B-EA467C36C16B}"/>
              </a:ext>
            </a:extLst>
          </p:cNvPr>
          <p:cNvPicPr>
            <a:picLocks noGrp="1" noChangeAspect="1"/>
          </p:cNvPicPr>
          <p:nvPr>
            <p:ph idx="1"/>
          </p:nvPr>
        </p:nvPicPr>
        <p:blipFill>
          <a:blip r:embed="rId8"/>
          <a:srcRect r="991" b="-1"/>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31" name="Rectangle 30">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007441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9" name="Picture 28">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0" name="Oval 29">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2" name="Picture 3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3" name="Rectangle 32">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73EACE-265E-7CD6-1822-72294BD89E5E}"/>
              </a:ext>
            </a:extLst>
          </p:cNvPr>
          <p:cNvSpPr>
            <a:spLocks noGrp="1"/>
          </p:cNvSpPr>
          <p:nvPr>
            <p:ph type="title"/>
          </p:nvPr>
        </p:nvSpPr>
        <p:spPr>
          <a:xfrm>
            <a:off x="6683829" y="1447800"/>
            <a:ext cx="4397828" cy="3329581"/>
          </a:xfrm>
        </p:spPr>
        <p:txBody>
          <a:bodyPr vert="horz" lIns="91440" tIns="45720" rIns="91440" bIns="45720" rtlCol="0" anchor="b">
            <a:normAutofit/>
          </a:bodyPr>
          <a:lstStyle/>
          <a:p>
            <a:pPr defTabSz="457200"/>
            <a:r>
              <a:rPr lang="en-US" sz="6000" dirty="0">
                <a:solidFill>
                  <a:srgbClr val="EBEBEB"/>
                </a:solidFill>
              </a:rPr>
              <a:t>Agent REST API – Chat Controller</a:t>
            </a:r>
            <a:endParaRPr lang="en-US" sz="6000" b="0" i="0" kern="1200" dirty="0">
              <a:solidFill>
                <a:schemeClr val="tx2"/>
              </a:solidFill>
              <a:latin typeface="+mj-lt"/>
              <a:ea typeface="+mj-ea"/>
              <a:cs typeface="+mj-cs"/>
            </a:endParaRPr>
          </a:p>
        </p:txBody>
      </p:sp>
      <p:pic>
        <p:nvPicPr>
          <p:cNvPr id="5" name="Content Placeholder 4">
            <a:extLst>
              <a:ext uri="{FF2B5EF4-FFF2-40B4-BE49-F238E27FC236}">
                <a16:creationId xmlns:a16="http://schemas.microsoft.com/office/drawing/2014/main" id="{BFEA4963-6C7E-04B4-E1C0-EAC1D03349D5}"/>
              </a:ext>
            </a:extLst>
          </p:cNvPr>
          <p:cNvPicPr>
            <a:picLocks noGrp="1" noChangeAspect="1"/>
          </p:cNvPicPr>
          <p:nvPr>
            <p:ph idx="1"/>
          </p:nvPr>
        </p:nvPicPr>
        <p:blipFill>
          <a:blip r:embed="rId8"/>
          <a:stretch>
            <a:fillRect/>
          </a:stretch>
        </p:blipFill>
        <p:spPr>
          <a:xfrm>
            <a:off x="0" y="0"/>
            <a:ext cx="5890506" cy="6869396"/>
          </a:xfrm>
          <a:prstGeom prst="rect">
            <a:avLst/>
          </a:prstGeom>
          <a:effectLst/>
        </p:spPr>
      </p:pic>
    </p:spTree>
    <p:extLst>
      <p:ext uri="{BB962C8B-B14F-4D97-AF65-F5344CB8AC3E}">
        <p14:creationId xmlns:p14="http://schemas.microsoft.com/office/powerpoint/2010/main" val="16417521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E4DECE2-D634-424B-6BE0-BDA078C6164E}"/>
              </a:ext>
            </a:extLst>
          </p:cNvPr>
          <p:cNvSpPr>
            <a:spLocks noGrp="1"/>
          </p:cNvSpPr>
          <p:nvPr>
            <p:ph type="title"/>
          </p:nvPr>
        </p:nvSpPr>
        <p:spPr>
          <a:xfrm>
            <a:off x="1154955" y="4738887"/>
            <a:ext cx="8825658" cy="834720"/>
          </a:xfrm>
        </p:spPr>
        <p:txBody>
          <a:bodyPr vert="horz" lIns="91440" tIns="45720" rIns="91440" bIns="45720" rtlCol="0" anchor="b">
            <a:normAutofit/>
          </a:bodyPr>
          <a:lstStyle/>
          <a:p>
            <a:pPr defTabSz="457200">
              <a:lnSpc>
                <a:spcPct val="90000"/>
              </a:lnSpc>
            </a:pPr>
            <a:r>
              <a:rPr lang="en-US" sz="4100" dirty="0"/>
              <a:t>Agent REST API – Chat Controller</a:t>
            </a:r>
          </a:p>
        </p:txBody>
      </p:sp>
      <p:pic>
        <p:nvPicPr>
          <p:cNvPr id="5" name="Content Placeholder 4" descr="A computer screen with text&#10;&#10;AI-generated content may be incorrect.">
            <a:extLst>
              <a:ext uri="{FF2B5EF4-FFF2-40B4-BE49-F238E27FC236}">
                <a16:creationId xmlns:a16="http://schemas.microsoft.com/office/drawing/2014/main" id="{B3000ADC-AE59-3ED6-071A-8DBDBC485BCC}"/>
              </a:ext>
            </a:extLst>
          </p:cNvPr>
          <p:cNvPicPr>
            <a:picLocks noGrp="1" noChangeAspect="1"/>
          </p:cNvPicPr>
          <p:nvPr>
            <p:ph idx="1"/>
          </p:nvPr>
        </p:nvPicPr>
        <p:blipFill>
          <a:blip r:embed="rId8"/>
          <a:srcRect r="16196" b="1"/>
          <a:stretch>
            <a:fillRect/>
          </a:stretch>
        </p:blipFill>
        <p:spPr>
          <a:xfrm>
            <a:off x="1150938" y="-1"/>
            <a:ext cx="8831262" cy="4267831"/>
          </a:xfrm>
          <a:prstGeom prst="rect">
            <a:avLst/>
          </a:prstGeom>
          <a:effectLst>
            <a:outerShdw blurRad="50800" dist="50800" dir="5400000" algn="tl" rotWithShape="0">
              <a:prstClr val="black">
                <a:alpha val="43000"/>
              </a:prstClr>
            </a:outerShdw>
          </a:effectLst>
        </p:spPr>
      </p:pic>
    </p:spTree>
    <p:extLst>
      <p:ext uri="{BB962C8B-B14F-4D97-AF65-F5344CB8AC3E}">
        <p14:creationId xmlns:p14="http://schemas.microsoft.com/office/powerpoint/2010/main" val="4504793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3908D-93CE-5DB8-E986-EC68A8AD7A6E}"/>
              </a:ext>
            </a:extLst>
          </p:cNvPr>
          <p:cNvSpPr>
            <a:spLocks noGrp="1"/>
          </p:cNvSpPr>
          <p:nvPr>
            <p:ph type="title"/>
          </p:nvPr>
        </p:nvSpPr>
        <p:spPr/>
        <p:txBody>
          <a:bodyPr/>
          <a:lstStyle/>
          <a:p>
            <a:r>
              <a:rPr lang="en-US" sz="4400" dirty="0"/>
              <a:t>Agent REST API – Chat Controller</a:t>
            </a:r>
            <a:endParaRPr lang="en-US" dirty="0"/>
          </a:p>
        </p:txBody>
      </p:sp>
      <p:pic>
        <p:nvPicPr>
          <p:cNvPr id="5" name="Content Placeholder 4" descr="A screen shot of a computer code&#10;&#10;AI-generated content may be incorrect.">
            <a:extLst>
              <a:ext uri="{FF2B5EF4-FFF2-40B4-BE49-F238E27FC236}">
                <a16:creationId xmlns:a16="http://schemas.microsoft.com/office/drawing/2014/main" id="{D0EBBEEB-A81F-6DE2-D914-8514A01E92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7464" y="3072808"/>
            <a:ext cx="11844098" cy="2381693"/>
          </a:xfrm>
        </p:spPr>
      </p:pic>
    </p:spTree>
    <p:extLst>
      <p:ext uri="{BB962C8B-B14F-4D97-AF65-F5344CB8AC3E}">
        <p14:creationId xmlns:p14="http://schemas.microsoft.com/office/powerpoint/2010/main" val="1241898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D3F260-86DC-AA7C-B70D-3B1871A6FE25}"/>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a:solidFill>
                  <a:srgbClr val="EBEBEB"/>
                </a:solidFill>
              </a:rPr>
              <a:t>Agent REST API – Chat Controller</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a:extLst>
              <a:ext uri="{FF2B5EF4-FFF2-40B4-BE49-F238E27FC236}">
                <a16:creationId xmlns:a16="http://schemas.microsoft.com/office/drawing/2014/main" id="{5609CA76-4681-E3BB-71B1-55C5FA75E33F}"/>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707" b="-2"/>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638452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E9B8A4-B50F-992E-6022-6BB68673826E}"/>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solidFill>
                  <a:srgbClr val="EBEBEB"/>
                </a:solidFill>
              </a:rPr>
              <a:t>REACT UI – Chat Page</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BA667610-E66F-DBAC-CF6E-7EB0C171E8A9}"/>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l="-231" r="231" b="57228"/>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563294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5F67-244A-506F-1D6D-223CCEAB736A}"/>
              </a:ext>
            </a:extLst>
          </p:cNvPr>
          <p:cNvSpPr>
            <a:spLocks noGrp="1"/>
          </p:cNvSpPr>
          <p:nvPr>
            <p:ph type="title"/>
          </p:nvPr>
        </p:nvSpPr>
        <p:spPr/>
        <p:txBody>
          <a:bodyPr/>
          <a:lstStyle/>
          <a:p>
            <a:r>
              <a:rPr lang="en-US" sz="4400" dirty="0">
                <a:solidFill>
                  <a:srgbClr val="EBEBEB"/>
                </a:solidFill>
              </a:rPr>
              <a:t>REACT UI – Chat Page</a:t>
            </a:r>
            <a:endParaRPr lang="en-US" dirty="0"/>
          </a:p>
        </p:txBody>
      </p:sp>
      <p:pic>
        <p:nvPicPr>
          <p:cNvPr id="5" name="Content Placeholder 4">
            <a:extLst>
              <a:ext uri="{FF2B5EF4-FFF2-40B4-BE49-F238E27FC236}">
                <a16:creationId xmlns:a16="http://schemas.microsoft.com/office/drawing/2014/main" id="{8F4D6FF4-7085-2CBF-7FED-064F2C8182B2}"/>
              </a:ext>
            </a:extLst>
          </p:cNvPr>
          <p:cNvPicPr>
            <a:picLocks noGrp="1" noChangeAspect="1"/>
          </p:cNvPicPr>
          <p:nvPr>
            <p:ph idx="1"/>
          </p:nvPr>
        </p:nvPicPr>
        <p:blipFill>
          <a:blip r:embed="rId3"/>
          <a:stretch>
            <a:fillRect/>
          </a:stretch>
        </p:blipFill>
        <p:spPr>
          <a:xfrm>
            <a:off x="1103313" y="2984534"/>
            <a:ext cx="8947150" cy="2331969"/>
          </a:xfrm>
        </p:spPr>
      </p:pic>
    </p:spTree>
    <p:extLst>
      <p:ext uri="{BB962C8B-B14F-4D97-AF65-F5344CB8AC3E}">
        <p14:creationId xmlns:p14="http://schemas.microsoft.com/office/powerpoint/2010/main" val="16917326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8F5B-503D-692E-AF62-44F3C771AA22}"/>
              </a:ext>
            </a:extLst>
          </p:cNvPr>
          <p:cNvSpPr>
            <a:spLocks noGrp="1"/>
          </p:cNvSpPr>
          <p:nvPr>
            <p:ph type="title"/>
          </p:nvPr>
        </p:nvSpPr>
        <p:spPr/>
        <p:txBody>
          <a:bodyPr/>
          <a:lstStyle/>
          <a:p>
            <a:r>
              <a:rPr lang="en-US" sz="4000" dirty="0">
                <a:solidFill>
                  <a:srgbClr val="EBEBEB"/>
                </a:solidFill>
              </a:rPr>
              <a:t>REACT UI – Chat Page</a:t>
            </a:r>
            <a:endParaRPr lang="en-US" dirty="0"/>
          </a:p>
        </p:txBody>
      </p:sp>
      <p:pic>
        <p:nvPicPr>
          <p:cNvPr id="5" name="Content Placeholder 4">
            <a:extLst>
              <a:ext uri="{FF2B5EF4-FFF2-40B4-BE49-F238E27FC236}">
                <a16:creationId xmlns:a16="http://schemas.microsoft.com/office/drawing/2014/main" id="{159E08AC-F155-83FB-4B85-CDF37F92F682}"/>
              </a:ext>
            </a:extLst>
          </p:cNvPr>
          <p:cNvPicPr>
            <a:picLocks noGrp="1" noChangeAspect="1"/>
          </p:cNvPicPr>
          <p:nvPr>
            <p:ph idx="1"/>
          </p:nvPr>
        </p:nvPicPr>
        <p:blipFill>
          <a:blip r:embed="rId3"/>
          <a:stretch>
            <a:fillRect/>
          </a:stretch>
        </p:blipFill>
        <p:spPr>
          <a:xfrm>
            <a:off x="1432926" y="2052638"/>
            <a:ext cx="8287924" cy="4195762"/>
          </a:xfrm>
        </p:spPr>
      </p:pic>
    </p:spTree>
    <p:extLst>
      <p:ext uri="{BB962C8B-B14F-4D97-AF65-F5344CB8AC3E}">
        <p14:creationId xmlns:p14="http://schemas.microsoft.com/office/powerpoint/2010/main" val="39154893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064BD-B741-3F42-1176-5281A0F10B5A}"/>
              </a:ext>
            </a:extLst>
          </p:cNvPr>
          <p:cNvSpPr>
            <a:spLocks noGrp="1"/>
          </p:cNvSpPr>
          <p:nvPr>
            <p:ph type="title"/>
          </p:nvPr>
        </p:nvSpPr>
        <p:spPr/>
        <p:txBody>
          <a:bodyPr/>
          <a:lstStyle/>
          <a:p>
            <a:r>
              <a:rPr lang="en-US" sz="4400" dirty="0">
                <a:solidFill>
                  <a:srgbClr val="EBEBEB"/>
                </a:solidFill>
              </a:rPr>
              <a:t>REACT UI – Chat Page</a:t>
            </a:r>
            <a:endParaRPr lang="en-US" dirty="0"/>
          </a:p>
        </p:txBody>
      </p:sp>
      <p:pic>
        <p:nvPicPr>
          <p:cNvPr id="5" name="Content Placeholder 4">
            <a:extLst>
              <a:ext uri="{FF2B5EF4-FFF2-40B4-BE49-F238E27FC236}">
                <a16:creationId xmlns:a16="http://schemas.microsoft.com/office/drawing/2014/main" id="{176B7A06-AD3A-9CDB-EB69-3A78A0165F14}"/>
              </a:ext>
            </a:extLst>
          </p:cNvPr>
          <p:cNvPicPr>
            <a:picLocks noGrp="1" noChangeAspect="1"/>
          </p:cNvPicPr>
          <p:nvPr>
            <p:ph idx="1"/>
          </p:nvPr>
        </p:nvPicPr>
        <p:blipFill>
          <a:blip r:embed="rId3"/>
          <a:stretch>
            <a:fillRect/>
          </a:stretch>
        </p:blipFill>
        <p:spPr>
          <a:xfrm>
            <a:off x="1103313" y="2585482"/>
            <a:ext cx="8947150" cy="3130073"/>
          </a:xfrm>
        </p:spPr>
      </p:pic>
    </p:spTree>
    <p:extLst>
      <p:ext uri="{BB962C8B-B14F-4D97-AF65-F5344CB8AC3E}">
        <p14:creationId xmlns:p14="http://schemas.microsoft.com/office/powerpoint/2010/main" val="33915070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4259-395E-34BE-B581-A1E2EE37D8D0}"/>
              </a:ext>
            </a:extLst>
          </p:cNvPr>
          <p:cNvSpPr>
            <a:spLocks noGrp="1"/>
          </p:cNvSpPr>
          <p:nvPr>
            <p:ph type="title"/>
          </p:nvPr>
        </p:nvSpPr>
        <p:spPr/>
        <p:txBody>
          <a:bodyPr/>
          <a:lstStyle/>
          <a:p>
            <a:r>
              <a:rPr lang="en-US" sz="4000" dirty="0">
                <a:solidFill>
                  <a:srgbClr val="EBEBEB"/>
                </a:solidFill>
              </a:rPr>
              <a:t>REACT UI – Chat Page</a:t>
            </a:r>
            <a:endParaRPr lang="en-US" dirty="0"/>
          </a:p>
        </p:txBody>
      </p:sp>
      <p:pic>
        <p:nvPicPr>
          <p:cNvPr id="5" name="Content Placeholder 4">
            <a:extLst>
              <a:ext uri="{FF2B5EF4-FFF2-40B4-BE49-F238E27FC236}">
                <a16:creationId xmlns:a16="http://schemas.microsoft.com/office/drawing/2014/main" id="{5A4E14A0-F626-4896-BA68-AF3B2314B609}"/>
              </a:ext>
            </a:extLst>
          </p:cNvPr>
          <p:cNvPicPr>
            <a:picLocks noGrp="1" noChangeAspect="1"/>
          </p:cNvPicPr>
          <p:nvPr>
            <p:ph idx="1"/>
          </p:nvPr>
        </p:nvPicPr>
        <p:blipFill>
          <a:blip r:embed="rId3"/>
          <a:stretch>
            <a:fillRect/>
          </a:stretch>
        </p:blipFill>
        <p:spPr>
          <a:xfrm>
            <a:off x="1432926" y="2052638"/>
            <a:ext cx="8287924" cy="4195762"/>
          </a:xfrm>
        </p:spPr>
      </p:pic>
    </p:spTree>
    <p:extLst>
      <p:ext uri="{BB962C8B-B14F-4D97-AF65-F5344CB8AC3E}">
        <p14:creationId xmlns:p14="http://schemas.microsoft.com/office/powerpoint/2010/main" val="1390591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C6C1-D23A-6E32-2EFD-B79207060C31}"/>
              </a:ext>
            </a:extLst>
          </p:cNvPr>
          <p:cNvSpPr>
            <a:spLocks noGrp="1"/>
          </p:cNvSpPr>
          <p:nvPr>
            <p:ph type="title"/>
          </p:nvPr>
        </p:nvSpPr>
        <p:spPr>
          <a:xfrm>
            <a:off x="6742108" y="629266"/>
            <a:ext cx="3307744" cy="1641986"/>
          </a:xfrm>
        </p:spPr>
        <p:txBody>
          <a:bodyPr>
            <a:normAutofit/>
          </a:bodyPr>
          <a:lstStyle/>
          <a:p>
            <a:r>
              <a:rPr lang="en-US" dirty="0"/>
              <a:t>REACT UI – Chat Page</a:t>
            </a:r>
          </a:p>
        </p:txBody>
      </p:sp>
      <p:pic>
        <p:nvPicPr>
          <p:cNvPr id="5" name="Content Placeholder 4">
            <a:extLst>
              <a:ext uri="{FF2B5EF4-FFF2-40B4-BE49-F238E27FC236}">
                <a16:creationId xmlns:a16="http://schemas.microsoft.com/office/drawing/2014/main" id="{0392A33E-9D09-E817-E72F-980C99C2D29C}"/>
              </a:ext>
            </a:extLst>
          </p:cNvPr>
          <p:cNvPicPr>
            <a:picLocks noChangeAspect="1"/>
          </p:cNvPicPr>
          <p:nvPr/>
        </p:nvPicPr>
        <p:blipFill>
          <a:blip r:embed="rId4"/>
          <a:srcRect r="4188"/>
          <a:stretch>
            <a:fillRect/>
          </a:stretch>
        </p:blipFill>
        <p:spPr>
          <a:xfrm>
            <a:off x="-2" y="10"/>
            <a:ext cx="6094407" cy="6857990"/>
          </a:xfrm>
          <a:prstGeom prst="rect">
            <a:avLst/>
          </a:prstGeom>
        </p:spPr>
      </p:pic>
      <p:sp>
        <p:nvSpPr>
          <p:cNvPr id="9" name="Content Placeholder 8">
            <a:extLst>
              <a:ext uri="{FF2B5EF4-FFF2-40B4-BE49-F238E27FC236}">
                <a16:creationId xmlns:a16="http://schemas.microsoft.com/office/drawing/2014/main" id="{3D318580-1D7D-51BA-30F3-DD4806E84FD8}"/>
              </a:ext>
            </a:extLst>
          </p:cNvPr>
          <p:cNvSpPr>
            <a:spLocks noGrp="1"/>
          </p:cNvSpPr>
          <p:nvPr>
            <p:ph idx="1"/>
          </p:nvPr>
        </p:nvSpPr>
        <p:spPr>
          <a:xfrm>
            <a:off x="6742108" y="2438400"/>
            <a:ext cx="3307744" cy="3809999"/>
          </a:xfrm>
        </p:spPr>
        <p:txBody>
          <a:bodyPr>
            <a:normAutofit/>
          </a:bodyPr>
          <a:lstStyle/>
          <a:p>
            <a:endParaRPr lang="en-US"/>
          </a:p>
        </p:txBody>
      </p:sp>
    </p:spTree>
    <p:extLst>
      <p:ext uri="{BB962C8B-B14F-4D97-AF65-F5344CB8AC3E}">
        <p14:creationId xmlns:p14="http://schemas.microsoft.com/office/powerpoint/2010/main" val="40080924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E0BB-8BC0-4BE5-1420-9CF5B2CAE3B7}"/>
              </a:ext>
            </a:extLst>
          </p:cNvPr>
          <p:cNvSpPr>
            <a:spLocks noGrp="1"/>
          </p:cNvSpPr>
          <p:nvPr>
            <p:ph type="title"/>
          </p:nvPr>
        </p:nvSpPr>
        <p:spPr>
          <a:xfrm>
            <a:off x="6742108" y="629266"/>
            <a:ext cx="3307744" cy="1641986"/>
          </a:xfrm>
        </p:spPr>
        <p:txBody>
          <a:bodyPr>
            <a:normAutofit/>
          </a:bodyPr>
          <a:lstStyle/>
          <a:p>
            <a:r>
              <a:rPr lang="en-US" dirty="0"/>
              <a:t>REACT UI – Chat Page</a:t>
            </a:r>
          </a:p>
        </p:txBody>
      </p:sp>
      <p:pic>
        <p:nvPicPr>
          <p:cNvPr id="5" name="Content Placeholder 4">
            <a:extLst>
              <a:ext uri="{FF2B5EF4-FFF2-40B4-BE49-F238E27FC236}">
                <a16:creationId xmlns:a16="http://schemas.microsoft.com/office/drawing/2014/main" id="{50F862BD-8A17-CEEE-E9D4-55774BAC2E03}"/>
              </a:ext>
            </a:extLst>
          </p:cNvPr>
          <p:cNvPicPr>
            <a:picLocks noChangeAspect="1"/>
          </p:cNvPicPr>
          <p:nvPr/>
        </p:nvPicPr>
        <p:blipFill>
          <a:blip r:embed="rId4"/>
          <a:srcRect r="-2" b="5193"/>
          <a:stretch>
            <a:fillRect/>
          </a:stretch>
        </p:blipFill>
        <p:spPr>
          <a:xfrm>
            <a:off x="-2" y="10"/>
            <a:ext cx="6094407" cy="6857990"/>
          </a:xfrm>
          <a:prstGeom prst="rect">
            <a:avLst/>
          </a:prstGeom>
        </p:spPr>
      </p:pic>
      <p:sp>
        <p:nvSpPr>
          <p:cNvPr id="9" name="Content Placeholder 8">
            <a:extLst>
              <a:ext uri="{FF2B5EF4-FFF2-40B4-BE49-F238E27FC236}">
                <a16:creationId xmlns:a16="http://schemas.microsoft.com/office/drawing/2014/main" id="{99C9D878-7A84-846D-AEA4-2CA43CA3FA8D}"/>
              </a:ext>
            </a:extLst>
          </p:cNvPr>
          <p:cNvSpPr>
            <a:spLocks noGrp="1"/>
          </p:cNvSpPr>
          <p:nvPr>
            <p:ph idx="1"/>
          </p:nvPr>
        </p:nvSpPr>
        <p:spPr>
          <a:xfrm>
            <a:off x="6742108" y="2438400"/>
            <a:ext cx="3307744" cy="3809999"/>
          </a:xfrm>
        </p:spPr>
        <p:txBody>
          <a:bodyPr>
            <a:normAutofit/>
          </a:bodyPr>
          <a:lstStyle/>
          <a:p>
            <a:endParaRPr lang="en-US"/>
          </a:p>
        </p:txBody>
      </p:sp>
    </p:spTree>
    <p:extLst>
      <p:ext uri="{BB962C8B-B14F-4D97-AF65-F5344CB8AC3E}">
        <p14:creationId xmlns:p14="http://schemas.microsoft.com/office/powerpoint/2010/main" val="24387604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1CDAFA-947D-0E62-2BE5-7BD803C75787}"/>
              </a:ext>
            </a:extLst>
          </p:cNvPr>
          <p:cNvSpPr>
            <a:spLocks noGrp="1"/>
          </p:cNvSpPr>
          <p:nvPr>
            <p:ph type="title"/>
          </p:nvPr>
        </p:nvSpPr>
        <p:spPr>
          <a:xfrm>
            <a:off x="5282382" y="1454964"/>
            <a:ext cx="6261917" cy="3308840"/>
          </a:xfrm>
        </p:spPr>
        <p:txBody>
          <a:bodyPr vert="horz" lIns="91440" tIns="45720" rIns="91440" bIns="45720" rtlCol="0" anchor="b">
            <a:normAutofit/>
          </a:bodyPr>
          <a:lstStyle/>
          <a:p>
            <a:pPr defTabSz="457200"/>
            <a:r>
              <a:rPr lang="en-US" sz="7200" dirty="0"/>
              <a:t>REACT UI – Chat Page</a:t>
            </a:r>
          </a:p>
        </p:txBody>
      </p:sp>
      <p:pic>
        <p:nvPicPr>
          <p:cNvPr id="5" name="Content Placeholder 4" descr="A screenshot of a computer program&#10;&#10;AI-generated content may be incorrect.">
            <a:extLst>
              <a:ext uri="{FF2B5EF4-FFF2-40B4-BE49-F238E27FC236}">
                <a16:creationId xmlns:a16="http://schemas.microsoft.com/office/drawing/2014/main" id="{0C836C8F-1A07-51E6-73C6-F15E0EC1D99F}"/>
              </a:ext>
            </a:extLst>
          </p:cNvPr>
          <p:cNvPicPr>
            <a:picLocks noGrp="1" noChangeAspect="1"/>
          </p:cNvPicPr>
          <p:nvPr>
            <p:ph idx="1"/>
          </p:nvPr>
        </p:nvPicPr>
        <p:blipFill>
          <a:blip r:embed="rId8"/>
          <a:srcRect r="2762"/>
          <a:stretch>
            <a:fillRect/>
          </a:stretch>
        </p:blipFill>
        <p:spPr>
          <a:xfrm>
            <a:off x="-1" y="10"/>
            <a:ext cx="4634681" cy="6857990"/>
          </a:xfrm>
          <a:prstGeom prst="rect">
            <a:avLst/>
          </a:prstGeom>
        </p:spPr>
      </p:pic>
    </p:spTree>
    <p:extLst>
      <p:ext uri="{BB962C8B-B14F-4D97-AF65-F5344CB8AC3E}">
        <p14:creationId xmlns:p14="http://schemas.microsoft.com/office/powerpoint/2010/main" val="18807593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C691A3-6F98-C03B-72A0-3D5EAEC1540A}"/>
              </a:ext>
            </a:extLst>
          </p:cNvPr>
          <p:cNvSpPr>
            <a:spLocks noGrp="1"/>
          </p:cNvSpPr>
          <p:nvPr>
            <p:ph type="title"/>
          </p:nvPr>
        </p:nvSpPr>
        <p:spPr>
          <a:xfrm>
            <a:off x="5282382" y="1454964"/>
            <a:ext cx="6261917" cy="3308840"/>
          </a:xfrm>
        </p:spPr>
        <p:txBody>
          <a:bodyPr vert="horz" lIns="91440" tIns="45720" rIns="91440" bIns="45720" rtlCol="0" anchor="b">
            <a:normAutofit/>
          </a:bodyPr>
          <a:lstStyle/>
          <a:p>
            <a:pPr defTabSz="457200"/>
            <a:r>
              <a:rPr lang="en-US" sz="7200" dirty="0"/>
              <a:t>REACT UI – Chat Page</a:t>
            </a:r>
          </a:p>
        </p:txBody>
      </p:sp>
      <p:pic>
        <p:nvPicPr>
          <p:cNvPr id="5" name="Content Placeholder 4" descr="A screenshot of a phone&#10;&#10;AI-generated content may be incorrect.">
            <a:extLst>
              <a:ext uri="{FF2B5EF4-FFF2-40B4-BE49-F238E27FC236}">
                <a16:creationId xmlns:a16="http://schemas.microsoft.com/office/drawing/2014/main" id="{CEF00236-9526-D54E-3400-7DC38F1F287A}"/>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l="15106" r="14830"/>
          <a:stretch>
            <a:fillRect/>
          </a:stretch>
        </p:blipFill>
        <p:spPr>
          <a:xfrm>
            <a:off x="-1" y="10"/>
            <a:ext cx="4634681" cy="6857990"/>
          </a:xfrm>
          <a:prstGeom prst="rect">
            <a:avLst/>
          </a:prstGeom>
        </p:spPr>
      </p:pic>
      <p:sp>
        <p:nvSpPr>
          <p:cNvPr id="6" name="Rectangle: Rounded Corners 5">
            <a:extLst>
              <a:ext uri="{FF2B5EF4-FFF2-40B4-BE49-F238E27FC236}">
                <a16:creationId xmlns:a16="http://schemas.microsoft.com/office/drawing/2014/main" id="{F95629E0-7857-734F-60B6-7A6D44F6B443}"/>
              </a:ext>
            </a:extLst>
          </p:cNvPr>
          <p:cNvSpPr/>
          <p:nvPr/>
        </p:nvSpPr>
        <p:spPr>
          <a:xfrm>
            <a:off x="0" y="5579165"/>
            <a:ext cx="4634680" cy="927652"/>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825954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3" name="Picture 5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4" name="Oval 5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5" name="Picture 5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6" name="Picture 55">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7" name="Rectangle 56">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8" name="Rectangle 57">
            <a:extLst>
              <a:ext uri="{FF2B5EF4-FFF2-40B4-BE49-F238E27FC236}">
                <a16:creationId xmlns:a16="http://schemas.microsoft.com/office/drawing/2014/main" id="{D27CF008-4B18-436D-B2D5-C1346C124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E22DAD8-5F67-4B73-ADA9-06EF381F7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9" name="Content Placeholder 8" descr="A screenshot of a computer&#10;&#10;AI-generated content may be incorrect.">
            <a:extLst>
              <a:ext uri="{FF2B5EF4-FFF2-40B4-BE49-F238E27FC236}">
                <a16:creationId xmlns:a16="http://schemas.microsoft.com/office/drawing/2014/main" id="{D5DA490D-C26C-8E7B-52F3-1E934C65B65F}"/>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635458" y="640081"/>
            <a:ext cx="9080953" cy="3291844"/>
          </a:xfrm>
          <a:prstGeom prst="rect">
            <a:avLst/>
          </a:prstGeom>
          <a:effectLst/>
        </p:spPr>
      </p:pic>
      <p:sp>
        <p:nvSpPr>
          <p:cNvPr id="51" name="Freeform: Shape 50">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22494A-0205-9C93-DD4E-945AD18F3B0E}"/>
              </a:ext>
            </a:extLst>
          </p:cNvPr>
          <p:cNvSpPr>
            <a:spLocks noGrp="1"/>
          </p:cNvSpPr>
          <p:nvPr>
            <p:ph type="title"/>
          </p:nvPr>
        </p:nvSpPr>
        <p:spPr>
          <a:xfrm>
            <a:off x="636916" y="4854346"/>
            <a:ext cx="9149350" cy="868026"/>
          </a:xfrm>
        </p:spPr>
        <p:txBody>
          <a:bodyPr vert="horz" lIns="91440" tIns="45720" rIns="91440" bIns="45720" rtlCol="0" anchor="b">
            <a:normAutofit/>
          </a:bodyPr>
          <a:lstStyle/>
          <a:p>
            <a:pPr defTabSz="457200"/>
            <a:r>
              <a:rPr lang="en-US" sz="4800" b="0" i="0" kern="1200" dirty="0">
                <a:solidFill>
                  <a:srgbClr val="EBEBEB"/>
                </a:solidFill>
                <a:latin typeface="+mj-lt"/>
                <a:ea typeface="+mj-ea"/>
                <a:cs typeface="+mj-cs"/>
              </a:rPr>
              <a:t>REACT UI – Chat Page</a:t>
            </a:r>
          </a:p>
        </p:txBody>
      </p:sp>
    </p:spTree>
    <p:extLst>
      <p:ext uri="{BB962C8B-B14F-4D97-AF65-F5344CB8AC3E}">
        <p14:creationId xmlns:p14="http://schemas.microsoft.com/office/powerpoint/2010/main" val="2980213279"/>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B20136-C5CF-3884-A1C5-9B981FD0955A}"/>
              </a:ext>
            </a:extLst>
          </p:cNvPr>
          <p:cNvSpPr>
            <a:spLocks noGrp="1"/>
          </p:cNvSpPr>
          <p:nvPr>
            <p:ph type="title"/>
          </p:nvPr>
        </p:nvSpPr>
        <p:spPr>
          <a:xfrm>
            <a:off x="8201839" y="1454964"/>
            <a:ext cx="3342460" cy="3308840"/>
          </a:xfrm>
        </p:spPr>
        <p:txBody>
          <a:bodyPr vert="horz" lIns="91440" tIns="45720" rIns="91440" bIns="45720" rtlCol="0" anchor="b">
            <a:normAutofit/>
          </a:bodyPr>
          <a:lstStyle/>
          <a:p>
            <a:pPr defTabSz="457200"/>
            <a:r>
              <a:rPr lang="en-US" sz="5600" dirty="0"/>
              <a:t>REACT UI – Chat Page</a:t>
            </a:r>
          </a:p>
        </p:txBody>
      </p:sp>
      <p:pic>
        <p:nvPicPr>
          <p:cNvPr id="5" name="Content Placeholder 4" descr="A screenshot of a computer&#10;&#10;AI-generated content may be incorrect.">
            <a:extLst>
              <a:ext uri="{FF2B5EF4-FFF2-40B4-BE49-F238E27FC236}">
                <a16:creationId xmlns:a16="http://schemas.microsoft.com/office/drawing/2014/main" id="{EF672721-C3F8-FA32-B666-B75A009A3FFE}"/>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1" b="26464"/>
          <a:stretch>
            <a:fillRect/>
          </a:stretch>
        </p:blipFill>
        <p:spPr>
          <a:xfrm>
            <a:off x="-1" y="10"/>
            <a:ext cx="7554140" cy="6857990"/>
          </a:xfrm>
          <a:prstGeom prst="rect">
            <a:avLst/>
          </a:prstGeom>
        </p:spPr>
      </p:pic>
    </p:spTree>
    <p:extLst>
      <p:ext uri="{BB962C8B-B14F-4D97-AF65-F5344CB8AC3E}">
        <p14:creationId xmlns:p14="http://schemas.microsoft.com/office/powerpoint/2010/main" val="22405595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EF9D1-96A4-FBA0-58C8-CECE6CEB0DE9}"/>
              </a:ext>
            </a:extLst>
          </p:cNvPr>
          <p:cNvSpPr>
            <a:spLocks noGrp="1"/>
          </p:cNvSpPr>
          <p:nvPr>
            <p:ph type="title"/>
          </p:nvPr>
        </p:nvSpPr>
        <p:spPr/>
        <p:txBody>
          <a:bodyPr/>
          <a:lstStyle/>
          <a:p>
            <a:r>
              <a:rPr lang="en-US" dirty="0"/>
              <a:t>Agent API Logs</a:t>
            </a:r>
          </a:p>
        </p:txBody>
      </p:sp>
      <p:pic>
        <p:nvPicPr>
          <p:cNvPr id="5" name="Content Placeholder 4" descr="A screenshot of a computer program&#10;&#10;AI-generated content may be incorrect.">
            <a:extLst>
              <a:ext uri="{FF2B5EF4-FFF2-40B4-BE49-F238E27FC236}">
                <a16:creationId xmlns:a16="http://schemas.microsoft.com/office/drawing/2014/main" id="{0EF36D23-6AF9-5D92-7D36-D6023A8EA1A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372" y="2438399"/>
            <a:ext cx="12028877" cy="3723861"/>
          </a:xfrm>
        </p:spPr>
      </p:pic>
      <p:sp>
        <p:nvSpPr>
          <p:cNvPr id="6" name="Rectangle: Rounded Corners 5">
            <a:extLst>
              <a:ext uri="{FF2B5EF4-FFF2-40B4-BE49-F238E27FC236}">
                <a16:creationId xmlns:a16="http://schemas.microsoft.com/office/drawing/2014/main" id="{C6876A9E-FADF-C7E5-C69F-FCC0677F8A31}"/>
              </a:ext>
            </a:extLst>
          </p:cNvPr>
          <p:cNvSpPr/>
          <p:nvPr/>
        </p:nvSpPr>
        <p:spPr>
          <a:xfrm>
            <a:off x="914400" y="3429000"/>
            <a:ext cx="2451652" cy="162339"/>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66BE19E-46A8-20CC-EA63-894EE709F575}"/>
              </a:ext>
            </a:extLst>
          </p:cNvPr>
          <p:cNvSpPr/>
          <p:nvPr/>
        </p:nvSpPr>
        <p:spPr>
          <a:xfrm>
            <a:off x="914400" y="4199681"/>
            <a:ext cx="4744278" cy="162339"/>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B6FF2C7-5F4F-A13F-94D1-B1DCDB337FB8}"/>
              </a:ext>
            </a:extLst>
          </p:cNvPr>
          <p:cNvSpPr/>
          <p:nvPr/>
        </p:nvSpPr>
        <p:spPr>
          <a:xfrm>
            <a:off x="6208643" y="5715000"/>
            <a:ext cx="1093305" cy="168965"/>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40334697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3111-A178-3332-B269-007FA1467699}"/>
              </a:ext>
            </a:extLst>
          </p:cNvPr>
          <p:cNvSpPr>
            <a:spLocks noGrp="1"/>
          </p:cNvSpPr>
          <p:nvPr>
            <p:ph type="title"/>
          </p:nvPr>
        </p:nvSpPr>
        <p:spPr/>
        <p:txBody>
          <a:bodyPr/>
          <a:lstStyle/>
          <a:p>
            <a:r>
              <a:rPr lang="en-US" dirty="0"/>
              <a:t>MCP Server LOGS</a:t>
            </a:r>
          </a:p>
        </p:txBody>
      </p:sp>
      <p:pic>
        <p:nvPicPr>
          <p:cNvPr id="5" name="Content Placeholder 4">
            <a:extLst>
              <a:ext uri="{FF2B5EF4-FFF2-40B4-BE49-F238E27FC236}">
                <a16:creationId xmlns:a16="http://schemas.microsoft.com/office/drawing/2014/main" id="{1CA80E2B-2DEB-849B-B88D-A5DA7A3ACE5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6030" y="3657600"/>
            <a:ext cx="12019604" cy="1086927"/>
          </a:xfrm>
        </p:spPr>
      </p:pic>
    </p:spTree>
    <p:extLst>
      <p:ext uri="{BB962C8B-B14F-4D97-AF65-F5344CB8AC3E}">
        <p14:creationId xmlns:p14="http://schemas.microsoft.com/office/powerpoint/2010/main" val="26698465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22D73-4B4D-0268-72E5-85869FD15359}"/>
              </a:ext>
            </a:extLst>
          </p:cNvPr>
          <p:cNvSpPr>
            <a:spLocks noGrp="1"/>
          </p:cNvSpPr>
          <p:nvPr>
            <p:ph type="title"/>
          </p:nvPr>
        </p:nvSpPr>
        <p:spPr/>
        <p:txBody>
          <a:bodyPr/>
          <a:lstStyle/>
          <a:p>
            <a:r>
              <a:rPr lang="en-US" dirty="0"/>
              <a:t>CRUD REST API LOGS</a:t>
            </a:r>
          </a:p>
        </p:txBody>
      </p:sp>
      <p:pic>
        <p:nvPicPr>
          <p:cNvPr id="5" name="Content Placeholder 4" descr="A black screen with white text&#10;&#10;AI-generated content may be incorrect.">
            <a:extLst>
              <a:ext uri="{FF2B5EF4-FFF2-40B4-BE49-F238E27FC236}">
                <a16:creationId xmlns:a16="http://schemas.microsoft.com/office/drawing/2014/main" id="{CEF31028-A64D-50DE-9807-B1FD8D36DF1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2875714"/>
            <a:ext cx="12175722" cy="2783214"/>
          </a:xfrm>
        </p:spPr>
      </p:pic>
    </p:spTree>
    <p:extLst>
      <p:ext uri="{BB962C8B-B14F-4D97-AF65-F5344CB8AC3E}">
        <p14:creationId xmlns:p14="http://schemas.microsoft.com/office/powerpoint/2010/main" val="25587471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D5DA2-104C-EBB8-3DD8-6CD2135032E4}"/>
              </a:ext>
            </a:extLst>
          </p:cNvPr>
          <p:cNvSpPr>
            <a:spLocks noGrp="1"/>
          </p:cNvSpPr>
          <p:nvPr>
            <p:ph type="title"/>
          </p:nvPr>
        </p:nvSpPr>
        <p:spPr>
          <a:xfrm>
            <a:off x="8000837" y="1325880"/>
            <a:ext cx="3543464" cy="3066507"/>
          </a:xfrm>
        </p:spPr>
        <p:txBody>
          <a:bodyPr vert="horz" lIns="91440" tIns="45720" rIns="91440" bIns="45720" rtlCol="0" anchor="b">
            <a:normAutofit/>
          </a:bodyPr>
          <a:lstStyle/>
          <a:p>
            <a:pPr defTabSz="457200"/>
            <a:r>
              <a:rPr lang="en-US" sz="4800" dirty="0">
                <a:solidFill>
                  <a:srgbClr val="EBEBEB"/>
                </a:solidFill>
              </a:rPr>
              <a:t>Check actual Categories</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A screenshot of a computer">
            <a:extLst>
              <a:ext uri="{FF2B5EF4-FFF2-40B4-BE49-F238E27FC236}">
                <a16:creationId xmlns:a16="http://schemas.microsoft.com/office/drawing/2014/main" id="{3E6BF877-0DF7-8A0F-64EB-9776C5ECDF75}"/>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t="3653" r="-1" b="13391"/>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6" name="Rectangle 25">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Rectangle: Rounded Corners 5">
            <a:extLst>
              <a:ext uri="{FF2B5EF4-FFF2-40B4-BE49-F238E27FC236}">
                <a16:creationId xmlns:a16="http://schemas.microsoft.com/office/drawing/2014/main" id="{255D4E96-2F27-310B-7895-350315C00437}"/>
              </a:ext>
            </a:extLst>
          </p:cNvPr>
          <p:cNvSpPr/>
          <p:nvPr/>
        </p:nvSpPr>
        <p:spPr>
          <a:xfrm>
            <a:off x="867103" y="945931"/>
            <a:ext cx="5898863" cy="1119352"/>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4118477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5878"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F9EC8B1A-8E3F-5530-4D86-69CF5F6344D2}"/>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20889"/>
          <a:stretch>
            <a:fillRect/>
          </a:stretch>
        </p:blipFill>
        <p:spPr>
          <a:xfrm>
            <a:off x="20" y="10"/>
            <a:ext cx="12191980" cy="6857990"/>
          </a:xfrm>
          <a:prstGeom prst="rect">
            <a:avLst/>
          </a:prstGeom>
        </p:spPr>
      </p:pic>
    </p:spTree>
    <p:extLst>
      <p:ext uri="{BB962C8B-B14F-4D97-AF65-F5344CB8AC3E}">
        <p14:creationId xmlns:p14="http://schemas.microsoft.com/office/powerpoint/2010/main" val="8424972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5" name="Picture 14">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9E9A7FAB-02C2-7D48-6DB5-716E0DB241D2}"/>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t="8767" r="-1" b="3621"/>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22"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24" name="Freeform: Shape 23">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A316F-A26B-84CE-8405-8A5662594876}"/>
              </a:ext>
            </a:extLst>
          </p:cNvPr>
          <p:cNvSpPr>
            <a:spLocks noGrp="1"/>
          </p:cNvSpPr>
          <p:nvPr>
            <p:ph type="title"/>
          </p:nvPr>
        </p:nvSpPr>
        <p:spPr>
          <a:xfrm>
            <a:off x="636916" y="4854346"/>
            <a:ext cx="10407602" cy="868026"/>
          </a:xfrm>
        </p:spPr>
        <p:txBody>
          <a:bodyPr vert="horz" lIns="91440" tIns="45720" rIns="91440" bIns="45720" rtlCol="0" anchor="b">
            <a:normAutofit/>
          </a:bodyPr>
          <a:lstStyle/>
          <a:p>
            <a:pPr defTabSz="457200"/>
            <a:r>
              <a:rPr lang="en-US" sz="4800" dirty="0">
                <a:solidFill>
                  <a:srgbClr val="EBEBEB"/>
                </a:solidFill>
              </a:rPr>
              <a:t>More complex queries</a:t>
            </a:r>
          </a:p>
        </p:txBody>
      </p:sp>
    </p:spTree>
    <p:extLst>
      <p:ext uri="{BB962C8B-B14F-4D97-AF65-F5344CB8AC3E}">
        <p14:creationId xmlns:p14="http://schemas.microsoft.com/office/powerpoint/2010/main" val="14808360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2AA9DECB-4FC3-052F-2CC0-06BB4B4D724E}"/>
              </a:ext>
            </a:extLst>
          </p:cNvPr>
          <p:cNvPicPr>
            <a:picLocks noGrp="1" noChangeAspect="1"/>
          </p:cNvPicPr>
          <p:nvPr>
            <p:ph idx="1"/>
          </p:nvPr>
        </p:nvPicPr>
        <p:blipFill>
          <a:blip r:embed="rId8">
            <a:extLst>
              <a:ext uri="{28A0092B-C50C-407E-A947-70E740481C1C}">
                <a14:useLocalDpi xmlns:a14="http://schemas.microsoft.com/office/drawing/2010/main" val="0"/>
              </a:ext>
            </a:extLst>
          </a:blip>
          <a:srcRect r="-1" b="6943"/>
          <a:stretch>
            <a:fillRect/>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22"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40000"/>
            </a:schemeClr>
          </a:solidFill>
          <a:ln>
            <a:noFill/>
          </a:ln>
        </p:spPr>
        <p:txBody>
          <a:bodyPr rtlCol="0" anchor="ctr"/>
          <a:lstStyle/>
          <a:p>
            <a:pPr algn="ctr"/>
            <a:endParaRPr lang="en-US">
              <a:solidFill>
                <a:schemeClr val="tx1"/>
              </a:solidFill>
            </a:endParaRPr>
          </a:p>
        </p:txBody>
      </p:sp>
      <p:sp>
        <p:nvSpPr>
          <p:cNvPr id="24" name="Freeform: Shape 23">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DFEEE6-929D-E395-D39D-B7D536A734EB}"/>
              </a:ext>
            </a:extLst>
          </p:cNvPr>
          <p:cNvSpPr>
            <a:spLocks noGrp="1"/>
          </p:cNvSpPr>
          <p:nvPr>
            <p:ph type="title"/>
          </p:nvPr>
        </p:nvSpPr>
        <p:spPr>
          <a:xfrm>
            <a:off x="636916" y="4854346"/>
            <a:ext cx="10407602" cy="868026"/>
          </a:xfrm>
        </p:spPr>
        <p:txBody>
          <a:bodyPr vert="horz" lIns="91440" tIns="45720" rIns="91440" bIns="45720" rtlCol="0" anchor="b">
            <a:normAutofit/>
          </a:bodyPr>
          <a:lstStyle/>
          <a:p>
            <a:pPr defTabSz="457200"/>
            <a:r>
              <a:rPr lang="en-US" sz="4800" dirty="0">
                <a:solidFill>
                  <a:srgbClr val="EBEBEB"/>
                </a:solidFill>
              </a:rPr>
              <a:t>More complex queries</a:t>
            </a:r>
          </a:p>
        </p:txBody>
      </p:sp>
    </p:spTree>
    <p:extLst>
      <p:ext uri="{BB962C8B-B14F-4D97-AF65-F5344CB8AC3E}">
        <p14:creationId xmlns:p14="http://schemas.microsoft.com/office/powerpoint/2010/main" val="12393547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176AF-D525-8496-1B0B-8A1164EA7582}"/>
              </a:ext>
            </a:extLst>
          </p:cNvPr>
          <p:cNvSpPr>
            <a:spLocks noGrp="1"/>
          </p:cNvSpPr>
          <p:nvPr>
            <p:ph type="title"/>
          </p:nvPr>
        </p:nvSpPr>
        <p:spPr/>
        <p:txBody>
          <a:bodyPr/>
          <a:lstStyle/>
          <a:p>
            <a:r>
              <a:rPr lang="en-US" sz="4400">
                <a:solidFill>
                  <a:srgbClr val="EBEBEB"/>
                </a:solidFill>
              </a:rPr>
              <a:t>More complex queries</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CB452E57-79B0-C8E6-12C6-8190EFA8673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6113" y="1152983"/>
            <a:ext cx="8581293" cy="5636317"/>
          </a:xfrm>
        </p:spPr>
      </p:pic>
    </p:spTree>
    <p:extLst>
      <p:ext uri="{BB962C8B-B14F-4D97-AF65-F5344CB8AC3E}">
        <p14:creationId xmlns:p14="http://schemas.microsoft.com/office/powerpoint/2010/main" val="12684562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1" name="Picture 3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7" name="Picture 3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0" name="Rectangle 4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1" name="Rectangle 50">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712C8A9D-85F7-5C82-A9EC-610C4B4A4C78}"/>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l="157" r="328"/>
          <a:stretch>
            <a:fillRect/>
          </a:stretch>
        </p:blipFill>
        <p:spPr>
          <a:xfrm>
            <a:off x="170232" y="265639"/>
            <a:ext cx="10267276" cy="3731768"/>
          </a:xfrm>
          <a:prstGeom prst="rect">
            <a:avLst/>
          </a:prstGeom>
          <a:effectLst/>
        </p:spPr>
      </p:pic>
      <p:sp>
        <p:nvSpPr>
          <p:cNvPr id="52" name="Rectangle 51">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Freeform: Shape 52">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2" name="Title 1">
            <a:extLst>
              <a:ext uri="{FF2B5EF4-FFF2-40B4-BE49-F238E27FC236}">
                <a16:creationId xmlns:a16="http://schemas.microsoft.com/office/drawing/2014/main" id="{90ACB70C-0518-06BE-8A73-654E3D321748}"/>
              </a:ext>
            </a:extLst>
          </p:cNvPr>
          <p:cNvSpPr>
            <a:spLocks noGrp="1"/>
          </p:cNvSpPr>
          <p:nvPr>
            <p:ph type="title"/>
          </p:nvPr>
        </p:nvSpPr>
        <p:spPr>
          <a:xfrm>
            <a:off x="636916" y="4371849"/>
            <a:ext cx="9149350" cy="1350523"/>
          </a:xfrm>
        </p:spPr>
        <p:txBody>
          <a:bodyPr vert="horz" lIns="91440" tIns="45720" rIns="91440" bIns="45720" rtlCol="0" anchor="b">
            <a:normAutofit/>
          </a:bodyPr>
          <a:lstStyle/>
          <a:p>
            <a:pPr defTabSz="457200">
              <a:lnSpc>
                <a:spcPct val="90000"/>
              </a:lnSpc>
            </a:pPr>
            <a:r>
              <a:rPr lang="en-US" b="0" i="0" kern="1200" dirty="0">
                <a:solidFill>
                  <a:srgbClr val="EBEBEB"/>
                </a:solidFill>
                <a:latin typeface="+mj-lt"/>
                <a:ea typeface="+mj-ea"/>
                <a:cs typeface="+mj-cs"/>
              </a:rPr>
              <a:t>Not just queries also executions.</a:t>
            </a:r>
          </a:p>
        </p:txBody>
      </p:sp>
      <p:sp>
        <p:nvSpPr>
          <p:cNvPr id="54"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75349147"/>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3919A-37A9-2A66-2E9B-2ACF26A845A9}"/>
              </a:ext>
            </a:extLst>
          </p:cNvPr>
          <p:cNvSpPr>
            <a:spLocks noGrp="1"/>
          </p:cNvSpPr>
          <p:nvPr>
            <p:ph type="title"/>
          </p:nvPr>
        </p:nvSpPr>
        <p:spPr/>
        <p:txBody>
          <a:bodyPr/>
          <a:lstStyle/>
          <a:p>
            <a:r>
              <a:rPr lang="en-US" dirty="0">
                <a:solidFill>
                  <a:srgbClr val="EBEBEB"/>
                </a:solidFill>
              </a:rPr>
              <a:t>Not just queries also executions.</a:t>
            </a:r>
            <a:endParaRPr lang="en-US" dirty="0"/>
          </a:p>
        </p:txBody>
      </p:sp>
      <p:pic>
        <p:nvPicPr>
          <p:cNvPr id="5" name="Content Placeholder 4" descr="A screenshot of a computer menu&#10;&#10;AI-generated content may be incorrect.">
            <a:extLst>
              <a:ext uri="{FF2B5EF4-FFF2-40B4-BE49-F238E27FC236}">
                <a16:creationId xmlns:a16="http://schemas.microsoft.com/office/drawing/2014/main" id="{5B742C25-9235-C0CB-FBD3-9AA598E69D0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6113" y="2007443"/>
            <a:ext cx="7152166" cy="4819236"/>
          </a:xfrm>
        </p:spPr>
      </p:pic>
    </p:spTree>
    <p:extLst>
      <p:ext uri="{BB962C8B-B14F-4D97-AF65-F5344CB8AC3E}">
        <p14:creationId xmlns:p14="http://schemas.microsoft.com/office/powerpoint/2010/main" val="31220582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C087A-28D3-D979-854F-A7D642106CCA}"/>
              </a:ext>
            </a:extLst>
          </p:cNvPr>
          <p:cNvSpPr>
            <a:spLocks noGrp="1"/>
          </p:cNvSpPr>
          <p:nvPr>
            <p:ph type="title"/>
          </p:nvPr>
        </p:nvSpPr>
        <p:spPr/>
        <p:txBody>
          <a:bodyPr/>
          <a:lstStyle/>
          <a:p>
            <a:r>
              <a:rPr lang="en-US" dirty="0">
                <a:solidFill>
                  <a:srgbClr val="EBEBEB"/>
                </a:solidFill>
              </a:rPr>
              <a:t>Not just queries also executions.</a:t>
            </a:r>
            <a:endParaRPr lang="en-US" dirty="0"/>
          </a:p>
        </p:txBody>
      </p:sp>
      <p:pic>
        <p:nvPicPr>
          <p:cNvPr id="5" name="Content Placeholder 4" descr="A screen shot of a computer&#10;&#10;AI-generated content may be incorrect.">
            <a:extLst>
              <a:ext uri="{FF2B5EF4-FFF2-40B4-BE49-F238E27FC236}">
                <a16:creationId xmlns:a16="http://schemas.microsoft.com/office/drawing/2014/main" id="{47D7C5C4-AB84-E69C-03DC-B3BEA9E1E22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4756" y="2294625"/>
            <a:ext cx="9456483" cy="3536831"/>
          </a:xfrm>
        </p:spPr>
      </p:pic>
    </p:spTree>
    <p:extLst>
      <p:ext uri="{BB962C8B-B14F-4D97-AF65-F5344CB8AC3E}">
        <p14:creationId xmlns:p14="http://schemas.microsoft.com/office/powerpoint/2010/main" val="25537674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101010 data lines to infinity">
            <a:extLst>
              <a:ext uri="{FF2B5EF4-FFF2-40B4-BE49-F238E27FC236}">
                <a16:creationId xmlns:a16="http://schemas.microsoft.com/office/drawing/2014/main" id="{0197DCBC-C46A-EFC1-0839-FAC47C93375C}"/>
              </a:ext>
            </a:extLst>
          </p:cNvPr>
          <p:cNvPicPr>
            <a:picLocks noChangeAspect="1"/>
          </p:cNvPicPr>
          <p:nvPr/>
        </p:nvPicPr>
        <p:blipFill>
          <a:blip r:embed="rId8">
            <a:duotone>
              <a:prstClr val="black"/>
              <a:schemeClr val="accent5">
                <a:tint val="45000"/>
                <a:satMod val="400000"/>
              </a:schemeClr>
            </a:duotone>
            <a:alphaModFix amt="25000"/>
          </a:blip>
          <a:srcRect t="1312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2B9EF33-A944-698C-ED15-F5B4C9F24E02}"/>
              </a:ext>
            </a:extLst>
          </p:cNvPr>
          <p:cNvSpPr>
            <a:spLocks noGrp="1"/>
          </p:cNvSpPr>
          <p:nvPr>
            <p:ph type="title"/>
          </p:nvPr>
        </p:nvSpPr>
        <p:spPr>
          <a:xfrm>
            <a:off x="1154955" y="1447800"/>
            <a:ext cx="8825658" cy="3329581"/>
          </a:xfrm>
        </p:spPr>
        <p:txBody>
          <a:bodyPr vert="horz" lIns="91440" tIns="45720" rIns="91440" bIns="45720" rtlCol="0" anchor="b">
            <a:normAutofit/>
          </a:bodyPr>
          <a:lstStyle/>
          <a:p>
            <a:pPr defTabSz="457200"/>
            <a:r>
              <a:rPr lang="en-US" sz="7200"/>
              <a:t>Source code</a:t>
            </a:r>
          </a:p>
        </p:txBody>
      </p:sp>
      <p:sp>
        <p:nvSpPr>
          <p:cNvPr id="3" name="Content Placeholder 2">
            <a:extLst>
              <a:ext uri="{FF2B5EF4-FFF2-40B4-BE49-F238E27FC236}">
                <a16:creationId xmlns:a16="http://schemas.microsoft.com/office/drawing/2014/main" id="{304762A0-3E19-DB92-CEBE-A7F2F08709CE}"/>
              </a:ext>
            </a:extLst>
          </p:cNvPr>
          <p:cNvSpPr>
            <a:spLocks noGrp="1"/>
          </p:cNvSpPr>
          <p:nvPr>
            <p:ph idx="1"/>
          </p:nvPr>
        </p:nvSpPr>
        <p:spPr>
          <a:xfrm>
            <a:off x="1154955" y="4777380"/>
            <a:ext cx="8825658" cy="861420"/>
          </a:xfrm>
        </p:spPr>
        <p:txBody>
          <a:bodyPr vert="horz" lIns="91440" tIns="45720" rIns="91440" bIns="45720" rtlCol="0" anchor="t">
            <a:normAutofit/>
          </a:bodyPr>
          <a:lstStyle/>
          <a:p>
            <a:pPr marL="0" indent="0" defTabSz="457200">
              <a:buNone/>
            </a:pPr>
            <a:r>
              <a:rPr lang="en-US" cap="all" dirty="0">
                <a:solidFill>
                  <a:schemeClr val="bg2">
                    <a:lumMod val="40000"/>
                    <a:lumOff val="60000"/>
                  </a:schemeClr>
                </a:solidFill>
              </a:rPr>
              <a:t>The source code of this at GitHub at this link </a:t>
            </a:r>
            <a:r>
              <a:rPr lang="en-US" cap="all" dirty="0">
                <a:solidFill>
                  <a:schemeClr val="bg2">
                    <a:lumMod val="40000"/>
                    <a:lumOff val="60000"/>
                  </a:schemeClr>
                </a:solidFill>
                <a:hlinkClick r:id="rId9"/>
              </a:rPr>
              <a:t>https://github.com/ogu83/Northwind</a:t>
            </a:r>
            <a:r>
              <a:rPr lang="en-US" cap="all" dirty="0">
                <a:solidFill>
                  <a:schemeClr val="bg2">
                    <a:lumMod val="40000"/>
                    <a:lumOff val="60000"/>
                  </a:schemeClr>
                </a:solidFill>
              </a:rPr>
              <a:t> </a:t>
            </a:r>
          </a:p>
        </p:txBody>
      </p:sp>
      <p:sp>
        <p:nvSpPr>
          <p:cNvPr id="21" name="Rectangle 2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7941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7BB6-D194-5E3A-C9A3-01F02A4F7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B2438-458F-1AA3-D0F5-39BFA4616C77}"/>
              </a:ext>
            </a:extLst>
          </p:cNvPr>
          <p:cNvSpPr>
            <a:spLocks noGrp="1"/>
          </p:cNvSpPr>
          <p:nvPr>
            <p:ph type="title"/>
          </p:nvPr>
        </p:nvSpPr>
        <p:spPr/>
        <p:txBody>
          <a:bodyPr/>
          <a:lstStyle/>
          <a:p>
            <a:r>
              <a:rPr lang="en-US" dirty="0"/>
              <a:t>Thanks for watching.</a:t>
            </a:r>
          </a:p>
        </p:txBody>
      </p:sp>
      <p:graphicFrame>
        <p:nvGraphicFramePr>
          <p:cNvPr id="5" name="Content Placeholder 2">
            <a:extLst>
              <a:ext uri="{FF2B5EF4-FFF2-40B4-BE49-F238E27FC236}">
                <a16:creationId xmlns:a16="http://schemas.microsoft.com/office/drawing/2014/main" id="{654C109B-A84B-12E8-F730-2F2296653C8D}"/>
              </a:ext>
            </a:extLst>
          </p:cNvPr>
          <p:cNvGraphicFramePr>
            <a:graphicFrameLocks noGrp="1"/>
          </p:cNvGraphicFramePr>
          <p:nvPr>
            <p:ph idx="1"/>
          </p:nvPr>
        </p:nvGraphicFramePr>
        <p:xfrm>
          <a:off x="1103315" y="2052637"/>
          <a:ext cx="8947151" cy="4195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439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5">
                                            <p:graphicEl>
                                              <a:dgm id="{0E85A386-C955-4607-9B9D-39D98E403804}"/>
                                            </p:graphicEl>
                                          </p:spTgt>
                                        </p:tgtEl>
                                        <p:attrNameLst>
                                          <p:attrName>style.color</p:attrName>
                                        </p:attrNameLst>
                                      </p:cBhvr>
                                      <p:to>
                                        <a:schemeClr val="bg1"/>
                                      </p:to>
                                    </p:animClr>
                                    <p:animClr clrSpc="rgb" dir="cw">
                                      <p:cBhvr>
                                        <p:cTn id="7" dur="250" autoRev="1" fill="remove"/>
                                        <p:tgtEl>
                                          <p:spTgt spid="5">
                                            <p:graphicEl>
                                              <a:dgm id="{0E85A386-C955-4607-9B9D-39D98E403804}"/>
                                            </p:graphicEl>
                                          </p:spTgt>
                                        </p:tgtEl>
                                        <p:attrNameLst>
                                          <p:attrName>fillcolor</p:attrName>
                                        </p:attrNameLst>
                                      </p:cBhvr>
                                      <p:to>
                                        <a:schemeClr val="bg1"/>
                                      </p:to>
                                    </p:animClr>
                                    <p:set>
                                      <p:cBhvr>
                                        <p:cTn id="8" dur="250" autoRev="1" fill="remove"/>
                                        <p:tgtEl>
                                          <p:spTgt spid="5">
                                            <p:graphicEl>
                                              <a:dgm id="{0E85A386-C955-4607-9B9D-39D98E403804}"/>
                                            </p:graphicEl>
                                          </p:spTgt>
                                        </p:tgtEl>
                                        <p:attrNameLst>
                                          <p:attrName>fill.type</p:attrName>
                                        </p:attrNameLst>
                                      </p:cBhvr>
                                      <p:to>
                                        <p:strVal val="solid"/>
                                      </p:to>
                                    </p:set>
                                    <p:set>
                                      <p:cBhvr>
                                        <p:cTn id="9" dur="250" autoRev="1" fill="remove"/>
                                        <p:tgtEl>
                                          <p:spTgt spid="5">
                                            <p:graphicEl>
                                              <a:dgm id="{0E85A386-C955-4607-9B9D-39D98E403804}"/>
                                            </p:graphicEl>
                                          </p:spTgt>
                                        </p:tgtEl>
                                        <p:attrNameLst>
                                          <p:attrName>fill.on</p:attrName>
                                        </p:attrNameLst>
                                      </p:cBhvr>
                                      <p:to>
                                        <p:strVal val="true"/>
                                      </p:to>
                                    </p:set>
                                  </p:childTnLst>
                                </p:cTn>
                              </p:par>
                              <p:par>
                                <p:cTn id="10" presetID="27" presetClass="emph" presetSubtype="0" fill="remove" grpId="0" nodeType="withEffect">
                                  <p:stCondLst>
                                    <p:cond delay="0"/>
                                  </p:stCondLst>
                                  <p:childTnLst>
                                    <p:animClr clrSpc="rgb" dir="cw">
                                      <p:cBhvr override="childStyle">
                                        <p:cTn id="11" dur="250" autoRev="1" fill="remove"/>
                                        <p:tgtEl>
                                          <p:spTgt spid="5">
                                            <p:graphicEl>
                                              <a:dgm id="{621D656C-4A4B-4F20-BDD3-699BE738EA03}"/>
                                            </p:graphicEl>
                                          </p:spTgt>
                                        </p:tgtEl>
                                        <p:attrNameLst>
                                          <p:attrName>style.color</p:attrName>
                                        </p:attrNameLst>
                                      </p:cBhvr>
                                      <p:to>
                                        <a:schemeClr val="bg1"/>
                                      </p:to>
                                    </p:animClr>
                                    <p:animClr clrSpc="rgb" dir="cw">
                                      <p:cBhvr>
                                        <p:cTn id="12" dur="250" autoRev="1" fill="remove"/>
                                        <p:tgtEl>
                                          <p:spTgt spid="5">
                                            <p:graphicEl>
                                              <a:dgm id="{621D656C-4A4B-4F20-BDD3-699BE738EA03}"/>
                                            </p:graphicEl>
                                          </p:spTgt>
                                        </p:tgtEl>
                                        <p:attrNameLst>
                                          <p:attrName>fillcolor</p:attrName>
                                        </p:attrNameLst>
                                      </p:cBhvr>
                                      <p:to>
                                        <a:schemeClr val="bg1"/>
                                      </p:to>
                                    </p:animClr>
                                    <p:set>
                                      <p:cBhvr>
                                        <p:cTn id="13" dur="250" autoRev="1" fill="remove"/>
                                        <p:tgtEl>
                                          <p:spTgt spid="5">
                                            <p:graphicEl>
                                              <a:dgm id="{621D656C-4A4B-4F20-BDD3-699BE738EA03}"/>
                                            </p:graphicEl>
                                          </p:spTgt>
                                        </p:tgtEl>
                                        <p:attrNameLst>
                                          <p:attrName>fill.type</p:attrName>
                                        </p:attrNameLst>
                                      </p:cBhvr>
                                      <p:to>
                                        <p:strVal val="solid"/>
                                      </p:to>
                                    </p:set>
                                    <p:set>
                                      <p:cBhvr>
                                        <p:cTn id="14" dur="250" autoRev="1" fill="remove"/>
                                        <p:tgtEl>
                                          <p:spTgt spid="5">
                                            <p:graphicEl>
                                              <a:dgm id="{621D656C-4A4B-4F20-BDD3-699BE738EA03}"/>
                                            </p:graphicEl>
                                          </p:spTgt>
                                        </p:tgtEl>
                                        <p:attrNameLst>
                                          <p:attrName>fill.on</p:attrName>
                                        </p:attrNameLst>
                                      </p:cBhvr>
                                      <p:to>
                                        <p:strVal val="true"/>
                                      </p:to>
                                    </p:set>
                                  </p:childTnLst>
                                </p:cTn>
                              </p:par>
                              <p:par>
                                <p:cTn id="15" presetID="27" presetClass="emph" presetSubtype="0" fill="remove" grpId="0" nodeType="withEffect">
                                  <p:stCondLst>
                                    <p:cond delay="0"/>
                                  </p:stCondLst>
                                  <p:childTnLst>
                                    <p:animClr clrSpc="rgb" dir="cw">
                                      <p:cBhvr override="childStyle">
                                        <p:cTn id="16" dur="250" autoRev="1" fill="remove"/>
                                        <p:tgtEl>
                                          <p:spTgt spid="5">
                                            <p:graphicEl>
                                              <a:dgm id="{0F72EC84-6A45-4628-8CB6-E56D63AC1825}"/>
                                            </p:graphicEl>
                                          </p:spTgt>
                                        </p:tgtEl>
                                        <p:attrNameLst>
                                          <p:attrName>style.color</p:attrName>
                                        </p:attrNameLst>
                                      </p:cBhvr>
                                      <p:to>
                                        <a:schemeClr val="bg1"/>
                                      </p:to>
                                    </p:animClr>
                                    <p:animClr clrSpc="rgb" dir="cw">
                                      <p:cBhvr>
                                        <p:cTn id="17" dur="250" autoRev="1" fill="remove"/>
                                        <p:tgtEl>
                                          <p:spTgt spid="5">
                                            <p:graphicEl>
                                              <a:dgm id="{0F72EC84-6A45-4628-8CB6-E56D63AC1825}"/>
                                            </p:graphicEl>
                                          </p:spTgt>
                                        </p:tgtEl>
                                        <p:attrNameLst>
                                          <p:attrName>fillcolor</p:attrName>
                                        </p:attrNameLst>
                                      </p:cBhvr>
                                      <p:to>
                                        <a:schemeClr val="bg1"/>
                                      </p:to>
                                    </p:animClr>
                                    <p:set>
                                      <p:cBhvr>
                                        <p:cTn id="18" dur="250" autoRev="1" fill="remove"/>
                                        <p:tgtEl>
                                          <p:spTgt spid="5">
                                            <p:graphicEl>
                                              <a:dgm id="{0F72EC84-6A45-4628-8CB6-E56D63AC1825}"/>
                                            </p:graphicEl>
                                          </p:spTgt>
                                        </p:tgtEl>
                                        <p:attrNameLst>
                                          <p:attrName>fill.type</p:attrName>
                                        </p:attrNameLst>
                                      </p:cBhvr>
                                      <p:to>
                                        <p:strVal val="solid"/>
                                      </p:to>
                                    </p:set>
                                    <p:set>
                                      <p:cBhvr>
                                        <p:cTn id="19" dur="250" autoRev="1" fill="remove"/>
                                        <p:tgtEl>
                                          <p:spTgt spid="5">
                                            <p:graphicEl>
                                              <a:dgm id="{0F72EC84-6A45-4628-8CB6-E56D63AC1825}"/>
                                            </p:graphicEl>
                                          </p:spTgt>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27" presetClass="emph" presetSubtype="0" fill="remove" grpId="0" nodeType="clickEffect">
                                  <p:stCondLst>
                                    <p:cond delay="0"/>
                                  </p:stCondLst>
                                  <p:childTnLst>
                                    <p:animClr clrSpc="rgb" dir="cw">
                                      <p:cBhvr override="childStyle">
                                        <p:cTn id="23" dur="250" autoRev="1" fill="remove"/>
                                        <p:tgtEl>
                                          <p:spTgt spid="5">
                                            <p:graphicEl>
                                              <a:dgm id="{799A348F-CAC7-4EBB-9891-C006189C7217}"/>
                                            </p:graphicEl>
                                          </p:spTgt>
                                        </p:tgtEl>
                                        <p:attrNameLst>
                                          <p:attrName>style.color</p:attrName>
                                        </p:attrNameLst>
                                      </p:cBhvr>
                                      <p:to>
                                        <a:schemeClr val="bg1"/>
                                      </p:to>
                                    </p:animClr>
                                    <p:animClr clrSpc="rgb" dir="cw">
                                      <p:cBhvr>
                                        <p:cTn id="24" dur="250" autoRev="1" fill="remove"/>
                                        <p:tgtEl>
                                          <p:spTgt spid="5">
                                            <p:graphicEl>
                                              <a:dgm id="{799A348F-CAC7-4EBB-9891-C006189C7217}"/>
                                            </p:graphicEl>
                                          </p:spTgt>
                                        </p:tgtEl>
                                        <p:attrNameLst>
                                          <p:attrName>fillcolor</p:attrName>
                                        </p:attrNameLst>
                                      </p:cBhvr>
                                      <p:to>
                                        <a:schemeClr val="bg1"/>
                                      </p:to>
                                    </p:animClr>
                                    <p:set>
                                      <p:cBhvr>
                                        <p:cTn id="25" dur="250" autoRev="1" fill="remove"/>
                                        <p:tgtEl>
                                          <p:spTgt spid="5">
                                            <p:graphicEl>
                                              <a:dgm id="{799A348F-CAC7-4EBB-9891-C006189C7217}"/>
                                            </p:graphicEl>
                                          </p:spTgt>
                                        </p:tgtEl>
                                        <p:attrNameLst>
                                          <p:attrName>fill.type</p:attrName>
                                        </p:attrNameLst>
                                      </p:cBhvr>
                                      <p:to>
                                        <p:strVal val="solid"/>
                                      </p:to>
                                    </p:set>
                                    <p:set>
                                      <p:cBhvr>
                                        <p:cTn id="26" dur="250" autoRev="1" fill="remove"/>
                                        <p:tgtEl>
                                          <p:spTgt spid="5">
                                            <p:graphicEl>
                                              <a:dgm id="{799A348F-CAC7-4EBB-9891-C006189C7217}"/>
                                            </p:graphicEl>
                                          </p:spTgt>
                                        </p:tgtEl>
                                        <p:attrNameLst>
                                          <p:attrName>fill.on</p:attrName>
                                        </p:attrNameLst>
                                      </p:cBhvr>
                                      <p:to>
                                        <p:strVal val="true"/>
                                      </p:to>
                                    </p:set>
                                  </p:childTnLst>
                                </p:cTn>
                              </p:par>
                              <p:par>
                                <p:cTn id="27" presetID="27" presetClass="emph" presetSubtype="0" fill="remove" grpId="0" nodeType="withEffect">
                                  <p:stCondLst>
                                    <p:cond delay="0"/>
                                  </p:stCondLst>
                                  <p:childTnLst>
                                    <p:animClr clrSpc="rgb" dir="cw">
                                      <p:cBhvr override="childStyle">
                                        <p:cTn id="28" dur="250" autoRev="1" fill="remove"/>
                                        <p:tgtEl>
                                          <p:spTgt spid="5">
                                            <p:graphicEl>
                                              <a:dgm id="{077B295D-15CB-4F31-A1F3-FB331B4DA827}"/>
                                            </p:graphicEl>
                                          </p:spTgt>
                                        </p:tgtEl>
                                        <p:attrNameLst>
                                          <p:attrName>style.color</p:attrName>
                                        </p:attrNameLst>
                                      </p:cBhvr>
                                      <p:to>
                                        <a:schemeClr val="bg1"/>
                                      </p:to>
                                    </p:animClr>
                                    <p:animClr clrSpc="rgb" dir="cw">
                                      <p:cBhvr>
                                        <p:cTn id="29" dur="250" autoRev="1" fill="remove"/>
                                        <p:tgtEl>
                                          <p:spTgt spid="5">
                                            <p:graphicEl>
                                              <a:dgm id="{077B295D-15CB-4F31-A1F3-FB331B4DA827}"/>
                                            </p:graphicEl>
                                          </p:spTgt>
                                        </p:tgtEl>
                                        <p:attrNameLst>
                                          <p:attrName>fillcolor</p:attrName>
                                        </p:attrNameLst>
                                      </p:cBhvr>
                                      <p:to>
                                        <a:schemeClr val="bg1"/>
                                      </p:to>
                                    </p:animClr>
                                    <p:set>
                                      <p:cBhvr>
                                        <p:cTn id="30" dur="250" autoRev="1" fill="remove"/>
                                        <p:tgtEl>
                                          <p:spTgt spid="5">
                                            <p:graphicEl>
                                              <a:dgm id="{077B295D-15CB-4F31-A1F3-FB331B4DA827}"/>
                                            </p:graphicEl>
                                          </p:spTgt>
                                        </p:tgtEl>
                                        <p:attrNameLst>
                                          <p:attrName>fill.type</p:attrName>
                                        </p:attrNameLst>
                                      </p:cBhvr>
                                      <p:to>
                                        <p:strVal val="solid"/>
                                      </p:to>
                                    </p:set>
                                    <p:set>
                                      <p:cBhvr>
                                        <p:cTn id="31" dur="250" autoRev="1" fill="remove"/>
                                        <p:tgtEl>
                                          <p:spTgt spid="5">
                                            <p:graphicEl>
                                              <a:dgm id="{077B295D-15CB-4F31-A1F3-FB331B4DA827}"/>
                                            </p:graphicEl>
                                          </p:spTgt>
                                        </p:tgtEl>
                                        <p:attrNameLst>
                                          <p:attrName>fill.on</p:attrName>
                                        </p:attrNameLst>
                                      </p:cBhvr>
                                      <p:to>
                                        <p:strVal val="true"/>
                                      </p:to>
                                    </p:set>
                                  </p:childTnLst>
                                </p:cTn>
                              </p:par>
                              <p:par>
                                <p:cTn id="32" presetID="27" presetClass="emph" presetSubtype="0" fill="remove" grpId="0" nodeType="withEffect">
                                  <p:stCondLst>
                                    <p:cond delay="0"/>
                                  </p:stCondLst>
                                  <p:childTnLst>
                                    <p:animClr clrSpc="rgb" dir="cw">
                                      <p:cBhvr override="childStyle">
                                        <p:cTn id="33" dur="250" autoRev="1" fill="remove"/>
                                        <p:tgtEl>
                                          <p:spTgt spid="5">
                                            <p:graphicEl>
                                              <a:dgm id="{DB7DC6D1-3152-452F-BE87-9D9C1F447C13}"/>
                                            </p:graphicEl>
                                          </p:spTgt>
                                        </p:tgtEl>
                                        <p:attrNameLst>
                                          <p:attrName>style.color</p:attrName>
                                        </p:attrNameLst>
                                      </p:cBhvr>
                                      <p:to>
                                        <a:schemeClr val="bg1"/>
                                      </p:to>
                                    </p:animClr>
                                    <p:animClr clrSpc="rgb" dir="cw">
                                      <p:cBhvr>
                                        <p:cTn id="34" dur="250" autoRev="1" fill="remove"/>
                                        <p:tgtEl>
                                          <p:spTgt spid="5">
                                            <p:graphicEl>
                                              <a:dgm id="{DB7DC6D1-3152-452F-BE87-9D9C1F447C13}"/>
                                            </p:graphicEl>
                                          </p:spTgt>
                                        </p:tgtEl>
                                        <p:attrNameLst>
                                          <p:attrName>fillcolor</p:attrName>
                                        </p:attrNameLst>
                                      </p:cBhvr>
                                      <p:to>
                                        <a:schemeClr val="bg1"/>
                                      </p:to>
                                    </p:animClr>
                                    <p:set>
                                      <p:cBhvr>
                                        <p:cTn id="35" dur="250" autoRev="1" fill="remove"/>
                                        <p:tgtEl>
                                          <p:spTgt spid="5">
                                            <p:graphicEl>
                                              <a:dgm id="{DB7DC6D1-3152-452F-BE87-9D9C1F447C13}"/>
                                            </p:graphicEl>
                                          </p:spTgt>
                                        </p:tgtEl>
                                        <p:attrNameLst>
                                          <p:attrName>fill.type</p:attrName>
                                        </p:attrNameLst>
                                      </p:cBhvr>
                                      <p:to>
                                        <p:strVal val="solid"/>
                                      </p:to>
                                    </p:set>
                                    <p:set>
                                      <p:cBhvr>
                                        <p:cTn id="36" dur="250" autoRev="1" fill="remove"/>
                                        <p:tgtEl>
                                          <p:spTgt spid="5">
                                            <p:graphicEl>
                                              <a:dgm id="{DB7DC6D1-3152-452F-BE87-9D9C1F447C13}"/>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lnDef>
      <a:spPr>
        <a:ln w="57150">
          <a:headEnd type="triangle"/>
          <a:tailEnd type="triangle"/>
        </a:ln>
      </a:spPr>
      <a:bodyPr/>
      <a:lstStyle/>
      <a:style>
        <a:lnRef idx="3">
          <a:schemeClr val="accent1"/>
        </a:lnRef>
        <a:fillRef idx="0">
          <a:schemeClr val="accent1"/>
        </a:fillRef>
        <a:effectRef idx="2">
          <a:schemeClr val="accent1"/>
        </a:effectRef>
        <a:fontRef idx="minor">
          <a:schemeClr val="tx1"/>
        </a:fontRef>
      </a:style>
    </a:lnDef>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7311</TotalTime>
  <Words>5481</Words>
  <Application>Microsoft Office PowerPoint</Application>
  <PresentationFormat>Widescreen</PresentationFormat>
  <Paragraphs>566</Paragraphs>
  <Slides>90</Slides>
  <Notes>89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90</vt:i4>
      </vt:variant>
    </vt:vector>
  </HeadingPairs>
  <TitlesOfParts>
    <vt:vector size="96" baseType="lpstr">
      <vt:lpstr>Aptos</vt:lpstr>
      <vt:lpstr>Century Gothic</vt:lpstr>
      <vt:lpstr>Consolas</vt:lpstr>
      <vt:lpstr>Roboto</vt:lpstr>
      <vt:lpstr>Wingdings 3</vt:lpstr>
      <vt:lpstr>Ion</vt:lpstr>
      <vt:lpstr>.NET 9.0 Migration</vt:lpstr>
      <vt:lpstr>We seek answers</vt:lpstr>
      <vt:lpstr>Why?</vt:lpstr>
      <vt:lpstr>Let's assess the situation</vt:lpstr>
      <vt:lpstr>Worst Case </vt:lpstr>
      <vt:lpstr>Worst Case</vt:lpstr>
      <vt:lpstr>Worst Case</vt:lpstr>
      <vt:lpstr>Worst Case</vt:lpstr>
      <vt:lpstr>Worst Case</vt:lpstr>
      <vt:lpstr>When?</vt:lpstr>
      <vt:lpstr>How?</vt:lpstr>
      <vt:lpstr>Let’s make an example</vt:lpstr>
      <vt:lpstr>1st Day : Backend</vt:lpstr>
      <vt:lpstr>2nd Day : Frontend</vt:lpstr>
      <vt:lpstr>Good Luck</vt:lpstr>
      <vt:lpstr>DAY 1</vt:lpstr>
      <vt:lpstr>DAY 1: Web API</vt:lpstr>
      <vt:lpstr>DAY 2</vt:lpstr>
      <vt:lpstr>DAY 2</vt:lpstr>
      <vt:lpstr>DAY 3</vt:lpstr>
      <vt:lpstr>DAY 4</vt:lpstr>
      <vt:lpstr>DAY 5</vt:lpstr>
      <vt:lpstr>DAY 6</vt:lpstr>
      <vt:lpstr>Northwind MCP Architecture </vt:lpstr>
      <vt:lpstr>Northwind MCP Architecture </vt:lpstr>
      <vt:lpstr>Northwind MCP Architecture </vt:lpstr>
      <vt:lpstr>Northwind MCP Architecture </vt:lpstr>
      <vt:lpstr>MCP Server</vt:lpstr>
      <vt:lpstr>MCP Server  Program.cs</vt:lpstr>
      <vt:lpstr>MCP  Server  Tool Helpers</vt:lpstr>
      <vt:lpstr>MCP  Server  Tool Helpers</vt:lpstr>
      <vt:lpstr>DTO Model files - POCO Classes</vt:lpstr>
      <vt:lpstr>MCP  Server  Tool Helpers</vt:lpstr>
      <vt:lpstr>MCP  Server  Tool Helpers</vt:lpstr>
      <vt:lpstr>MCP  Server  Tool Helpers</vt:lpstr>
      <vt:lpstr>MCP SERVER</vt:lpstr>
      <vt:lpstr>MCP Server - Tools</vt:lpstr>
      <vt:lpstr>MCP Server - Tools</vt:lpstr>
      <vt:lpstr>MCP Server - Tools</vt:lpstr>
      <vt:lpstr>MCP Server Launch Config</vt:lpstr>
      <vt:lpstr>MCP Server Test</vt:lpstr>
      <vt:lpstr>MCP Server Test</vt:lpstr>
      <vt:lpstr>MCP Server Test</vt:lpstr>
      <vt:lpstr>MCP Server Test</vt:lpstr>
      <vt:lpstr>MCP Server Test</vt:lpstr>
      <vt:lpstr>MCP Server Test</vt:lpstr>
      <vt:lpstr>Northwind MCP Architecture </vt:lpstr>
      <vt:lpstr>Northwind MCP Architecture </vt:lpstr>
      <vt:lpstr>Northwind MCP Architecture </vt:lpstr>
      <vt:lpstr>Northwind MCP Architecture </vt:lpstr>
      <vt:lpstr>Northwind MCP Architecture </vt:lpstr>
      <vt:lpstr>Agent REST API – Program.cs</vt:lpstr>
      <vt:lpstr>Agent REST API – Program.cs</vt:lpstr>
      <vt:lpstr>Agent REST API – Program.cs</vt:lpstr>
      <vt:lpstr>Agent REST API – MCP Classes</vt:lpstr>
      <vt:lpstr>Agent REST API – Chat Session</vt:lpstr>
      <vt:lpstr>Agent REST API – Api Controller Base</vt:lpstr>
      <vt:lpstr>Agent REST API – Chat Controller</vt:lpstr>
      <vt:lpstr>Agent REST API – Chat Controller</vt:lpstr>
      <vt:lpstr>Agent REST API – Chat Controller</vt:lpstr>
      <vt:lpstr>Agent REST API – Chat Controller</vt:lpstr>
      <vt:lpstr>Agent REST API – Chat Controller</vt:lpstr>
      <vt:lpstr>Agent REST API – Chat Controller</vt:lpstr>
      <vt:lpstr>Agent REST API – Chat Controller</vt:lpstr>
      <vt:lpstr>Agent REST API – Chat Controller</vt:lpstr>
      <vt:lpstr>Agent REST API – Chat Controller</vt:lpstr>
      <vt:lpstr>REACT UI – Chat Page</vt:lpstr>
      <vt:lpstr>REACT UI – Chat Page</vt:lpstr>
      <vt:lpstr>REACT UI – Chat Page</vt:lpstr>
      <vt:lpstr>REACT UI – Chat Page</vt:lpstr>
      <vt:lpstr>REACT UI – Chat Page</vt:lpstr>
      <vt:lpstr>REACT UI – Chat Page</vt:lpstr>
      <vt:lpstr>REACT UI – Chat Page</vt:lpstr>
      <vt:lpstr>REACT UI – Chat Page</vt:lpstr>
      <vt:lpstr>REACT UI – Chat Page</vt:lpstr>
      <vt:lpstr>REACT UI – Chat Page</vt:lpstr>
      <vt:lpstr>REACT UI – Chat Page</vt:lpstr>
      <vt:lpstr>Agent API Logs</vt:lpstr>
      <vt:lpstr>MCP Server LOGS</vt:lpstr>
      <vt:lpstr>CRUD REST API LOGS</vt:lpstr>
      <vt:lpstr>Check actual Categories</vt:lpstr>
      <vt:lpstr>PowerPoint Presentation</vt:lpstr>
      <vt:lpstr>More complex queries</vt:lpstr>
      <vt:lpstr>More complex queries</vt:lpstr>
      <vt:lpstr>More complex queries</vt:lpstr>
      <vt:lpstr>Not just queries also executions.</vt:lpstr>
      <vt:lpstr>Not just queries also executions.</vt:lpstr>
      <vt:lpstr>Not just queries also executions.</vt:lpstr>
      <vt:lpstr>Source code</vt:lpstr>
      <vt:lpstr>Thanks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Oguz Koroglu</dc:creator>
  <cp:lastModifiedBy>Oguz Koroglu</cp:lastModifiedBy>
  <cp:revision>53</cp:revision>
  <dcterms:created xsi:type="dcterms:W3CDTF">2025-04-18T11:38:32Z</dcterms:created>
  <dcterms:modified xsi:type="dcterms:W3CDTF">2025-07-07T01:40:36Z</dcterms:modified>
</cp:coreProperties>
</file>